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257" r:id="rId3"/>
    <p:sldId id="325" r:id="rId4"/>
    <p:sldId id="323" r:id="rId5"/>
    <p:sldId id="324" r:id="rId6"/>
    <p:sldId id="262" r:id="rId7"/>
    <p:sldId id="326" r:id="rId8"/>
    <p:sldId id="327" r:id="rId9"/>
    <p:sldId id="328" r:id="rId10"/>
    <p:sldId id="329" r:id="rId11"/>
    <p:sldId id="330" r:id="rId12"/>
    <p:sldId id="321" r:id="rId13"/>
    <p:sldId id="365" r:id="rId14"/>
    <p:sldId id="334" r:id="rId15"/>
    <p:sldId id="331" r:id="rId16"/>
    <p:sldId id="332" r:id="rId17"/>
    <p:sldId id="333" r:id="rId18"/>
    <p:sldId id="282" r:id="rId19"/>
    <p:sldId id="343" r:id="rId20"/>
    <p:sldId id="344" r:id="rId21"/>
    <p:sldId id="345" r:id="rId22"/>
    <p:sldId id="317" r:id="rId23"/>
    <p:sldId id="335" r:id="rId24"/>
    <p:sldId id="336" r:id="rId25"/>
    <p:sldId id="338" r:id="rId26"/>
    <p:sldId id="339" r:id="rId27"/>
    <p:sldId id="340" r:id="rId28"/>
    <p:sldId id="341" r:id="rId29"/>
    <p:sldId id="281" r:id="rId30"/>
    <p:sldId id="364" r:id="rId31"/>
    <p:sldId id="342" r:id="rId32"/>
    <p:sldId id="286" r:id="rId33"/>
    <p:sldId id="346" r:id="rId34"/>
    <p:sldId id="347" r:id="rId35"/>
    <p:sldId id="348" r:id="rId36"/>
    <p:sldId id="349" r:id="rId37"/>
    <p:sldId id="350" r:id="rId38"/>
    <p:sldId id="351" r:id="rId39"/>
    <p:sldId id="352" r:id="rId40"/>
    <p:sldId id="353" r:id="rId41"/>
    <p:sldId id="354" r:id="rId42"/>
    <p:sldId id="355" r:id="rId43"/>
    <p:sldId id="314" r:id="rId44"/>
    <p:sldId id="356" r:id="rId45"/>
    <p:sldId id="357" r:id="rId46"/>
    <p:sldId id="363" r:id="rId47"/>
    <p:sldId id="358" r:id="rId48"/>
    <p:sldId id="313" r:id="rId49"/>
    <p:sldId id="359" r:id="rId50"/>
    <p:sldId id="360" r:id="rId51"/>
    <p:sldId id="361" r:id="rId52"/>
    <p:sldId id="362"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A8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CDD93C-D71D-5B4D-BEA6-0D6A05A60138}" v="18" dt="2026-08-11T22:44:18.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p:restoredTop sz="84879"/>
  </p:normalViewPr>
  <p:slideViewPr>
    <p:cSldViewPr snapToGrid="0" showGuides="1">
      <p:cViewPr varScale="1">
        <p:scale>
          <a:sx n="112" d="100"/>
          <a:sy n="112" d="100"/>
        </p:scale>
        <p:origin x="232"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och Haney" userId="S::ehaney@gamingcapitalgroup.com::9dc61a47-b807-4e35-9183-fcc995b7e997" providerId="AD" clId="Web-{80BB29C6-A10A-6C7A-667E-2482F186D69C}"/>
    <pc:docChg chg="modSld">
      <pc:chgData name="Enoch Haney" userId="S::ehaney@gamingcapitalgroup.com::9dc61a47-b807-4e35-9183-fcc995b7e997" providerId="AD" clId="Web-{80BB29C6-A10A-6C7A-667E-2482F186D69C}" dt="2026-08-07T22:11:02.830" v="230"/>
      <pc:docMkLst>
        <pc:docMk/>
      </pc:docMkLst>
    </pc:docChg>
  </pc:docChgLst>
  <pc:docChgLst>
    <pc:chgData name="Enoch Haney" userId="S::ehaney@gamingcapitalgroup.com::9dc61a47-b807-4e35-9183-fcc995b7e997" providerId="AD" clId="Web-{D607532F-B19B-C98F-EB35-6A9D9FEF279E}"/>
    <pc:docChg chg="modSld">
      <pc:chgData name="Enoch Haney" userId="S::ehaney@gamingcapitalgroup.com::9dc61a47-b807-4e35-9183-fcc995b7e997" providerId="AD" clId="Web-{D607532F-B19B-C98F-EB35-6A9D9FEF279E}" dt="2026-08-10T20:03:25.486" v="639" actId="1076"/>
      <pc:docMkLst>
        <pc:docMk/>
      </pc:docMkLst>
      <pc:sldChg chg="modSp">
        <pc:chgData name="Enoch Haney" userId="S::ehaney@gamingcapitalgroup.com::9dc61a47-b807-4e35-9183-fcc995b7e997" providerId="AD" clId="Web-{D607532F-B19B-C98F-EB35-6A9D9FEF279E}" dt="2026-08-10T19:19:38.142" v="617" actId="1076"/>
        <pc:sldMkLst>
          <pc:docMk/>
          <pc:sldMk cId="894116171" sldId="323"/>
        </pc:sldMkLst>
        <pc:spChg chg="mod">
          <ac:chgData name="Enoch Haney" userId="S::ehaney@gamingcapitalgroup.com::9dc61a47-b807-4e35-9183-fcc995b7e997" providerId="AD" clId="Web-{D607532F-B19B-C98F-EB35-6A9D9FEF279E}" dt="2026-08-10T19:19:38.142" v="617" actId="1076"/>
          <ac:spMkLst>
            <pc:docMk/>
            <pc:sldMk cId="894116171" sldId="323"/>
            <ac:spMk id="8" creationId="{3A0F6546-3256-4998-8224-FE39993E92E3}"/>
          </ac:spMkLst>
        </pc:spChg>
        <pc:picChg chg="mod">
          <ac:chgData name="Enoch Haney" userId="S::ehaney@gamingcapitalgroup.com::9dc61a47-b807-4e35-9183-fcc995b7e997" providerId="AD" clId="Web-{D607532F-B19B-C98F-EB35-6A9D9FEF279E}" dt="2026-08-10T19:19:31.017" v="616" actId="14100"/>
          <ac:picMkLst>
            <pc:docMk/>
            <pc:sldMk cId="894116171" sldId="323"/>
            <ac:picMk id="17" creationId="{00000000-0000-0000-0000-000000000000}"/>
          </ac:picMkLst>
        </pc:picChg>
      </pc:sldChg>
      <pc:sldChg chg="modSp modNotes">
        <pc:chgData name="Enoch Haney" userId="S::ehaney@gamingcapitalgroup.com::9dc61a47-b807-4e35-9183-fcc995b7e997" providerId="AD" clId="Web-{D607532F-B19B-C98F-EB35-6A9D9FEF279E}" dt="2026-08-10T18:49:12.341" v="615" actId="20577"/>
        <pc:sldMkLst>
          <pc:docMk/>
          <pc:sldMk cId="1855492773" sldId="363"/>
        </pc:sldMkLst>
        <pc:spChg chg="mod">
          <ac:chgData name="Enoch Haney" userId="S::ehaney@gamingcapitalgroup.com::9dc61a47-b807-4e35-9183-fcc995b7e997" providerId="AD" clId="Web-{D607532F-B19B-C98F-EB35-6A9D9FEF279E}" dt="2026-08-10T18:49:12.341" v="615" actId="20577"/>
          <ac:spMkLst>
            <pc:docMk/>
            <pc:sldMk cId="1855492773" sldId="363"/>
            <ac:spMk id="7" creationId="{1ACAB368-719D-EFF0-4E66-7692358E28F9}"/>
          </ac:spMkLst>
        </pc:spChg>
        <pc:picChg chg="mod">
          <ac:chgData name="Enoch Haney" userId="S::ehaney@gamingcapitalgroup.com::9dc61a47-b807-4e35-9183-fcc995b7e997" providerId="AD" clId="Web-{D607532F-B19B-C98F-EB35-6A9D9FEF279E}" dt="2026-08-10T18:25:22.319" v="593" actId="1076"/>
          <ac:picMkLst>
            <pc:docMk/>
            <pc:sldMk cId="1855492773" sldId="363"/>
            <ac:picMk id="3" creationId="{1412F8C3-7F4B-6F70-17CF-0BA12B324E85}"/>
          </ac:picMkLst>
        </pc:picChg>
      </pc:sldChg>
      <pc:sldChg chg="addSp delSp modSp">
        <pc:chgData name="Enoch Haney" userId="S::ehaney@gamingcapitalgroup.com::9dc61a47-b807-4e35-9183-fcc995b7e997" providerId="AD" clId="Web-{D607532F-B19B-C98F-EB35-6A9D9FEF279E}" dt="2026-08-10T20:03:25.486" v="639" actId="1076"/>
        <pc:sldMkLst>
          <pc:docMk/>
          <pc:sldMk cId="248990370" sldId="365"/>
        </pc:sldMkLst>
        <pc:spChg chg="mod">
          <ac:chgData name="Enoch Haney" userId="S::ehaney@gamingcapitalgroup.com::9dc61a47-b807-4e35-9183-fcc995b7e997" providerId="AD" clId="Web-{D607532F-B19B-C98F-EB35-6A9D9FEF279E}" dt="2026-08-10T19:30:55.623" v="618" actId="1076"/>
          <ac:spMkLst>
            <pc:docMk/>
            <pc:sldMk cId="248990370" sldId="365"/>
            <ac:spMk id="7" creationId="{FAB9D826-CC84-4B9C-A02C-0ADF5DC7BB05}"/>
          </ac:spMkLst>
        </pc:spChg>
        <pc:picChg chg="add mod ord">
          <ac:chgData name="Enoch Haney" userId="S::ehaney@gamingcapitalgroup.com::9dc61a47-b807-4e35-9183-fcc995b7e997" providerId="AD" clId="Web-{D607532F-B19B-C98F-EB35-6A9D9FEF279E}" dt="2026-08-10T20:03:25.486" v="639" actId="1076"/>
          <ac:picMkLst>
            <pc:docMk/>
            <pc:sldMk cId="248990370" sldId="365"/>
            <ac:picMk id="23" creationId="{0FBAFDAA-C215-42E1-CCB0-C34B81385783}"/>
          </ac:picMkLst>
        </pc:picChg>
      </pc:sldChg>
    </pc:docChg>
  </pc:docChgLst>
  <pc:docChgLst>
    <pc:chgData name="Enoch Haney" userId="S::ehaney@gamingcapitalgroup.com::9dc61a47-b807-4e35-9183-fcc995b7e997" providerId="AD" clId="Web-{DE54D225-3A66-0D50-9957-334F4C7757AA}"/>
    <pc:docChg chg="addSld modSld modSection">
      <pc:chgData name="Enoch Haney" userId="S::ehaney@gamingcapitalgroup.com::9dc61a47-b807-4e35-9183-fcc995b7e997" providerId="AD" clId="Web-{DE54D225-3A66-0D50-9957-334F4C7757AA}" dt="2026-08-10T13:51:40.323" v="321" actId="1076"/>
      <pc:docMkLst>
        <pc:docMk/>
      </pc:docMkLst>
      <pc:sldChg chg="addSp delSp modSp add replId modNotes">
        <pc:chgData name="Enoch Haney" userId="S::ehaney@gamingcapitalgroup.com::9dc61a47-b807-4e35-9183-fcc995b7e997" providerId="AD" clId="Web-{DE54D225-3A66-0D50-9957-334F4C7757AA}" dt="2026-08-10T13:51:40.323" v="321" actId="1076"/>
        <pc:sldMkLst>
          <pc:docMk/>
          <pc:sldMk cId="1855492773" sldId="363"/>
        </pc:sldMkLst>
        <pc:spChg chg="mod">
          <ac:chgData name="Enoch Haney" userId="S::ehaney@gamingcapitalgroup.com::9dc61a47-b807-4e35-9183-fcc995b7e997" providerId="AD" clId="Web-{DE54D225-3A66-0D50-9957-334F4C7757AA}" dt="2026-08-10T13:37:50.424" v="33" actId="20577"/>
          <ac:spMkLst>
            <pc:docMk/>
            <pc:sldMk cId="1855492773" sldId="363"/>
            <ac:spMk id="2" creationId="{0EB627BC-7FB4-B43B-9466-99711EA647CD}"/>
          </ac:spMkLst>
        </pc:spChg>
        <pc:spChg chg="mod">
          <ac:chgData name="Enoch Haney" userId="S::ehaney@gamingcapitalgroup.com::9dc61a47-b807-4e35-9183-fcc995b7e997" providerId="AD" clId="Web-{DE54D225-3A66-0D50-9957-334F4C7757AA}" dt="2026-08-10T13:46:34.498" v="297" actId="20577"/>
          <ac:spMkLst>
            <pc:docMk/>
            <pc:sldMk cId="1855492773" sldId="363"/>
            <ac:spMk id="6" creationId="{5306DC6D-7D4C-06EE-84B2-41307D552D2D}"/>
          </ac:spMkLst>
        </pc:spChg>
        <pc:spChg chg="mod">
          <ac:chgData name="Enoch Haney" userId="S::ehaney@gamingcapitalgroup.com::9dc61a47-b807-4e35-9183-fcc995b7e997" providerId="AD" clId="Web-{DE54D225-3A66-0D50-9957-334F4C7757AA}" dt="2026-08-10T13:51:00.730" v="314" actId="20577"/>
          <ac:spMkLst>
            <pc:docMk/>
            <pc:sldMk cId="1855492773" sldId="363"/>
            <ac:spMk id="7" creationId="{1ACAB368-719D-EFF0-4E66-7692358E28F9}"/>
          </ac:spMkLst>
        </pc:spChg>
        <pc:spChg chg="mod">
          <ac:chgData name="Enoch Haney" userId="S::ehaney@gamingcapitalgroup.com::9dc61a47-b807-4e35-9183-fcc995b7e997" providerId="AD" clId="Web-{DE54D225-3A66-0D50-9957-334F4C7757AA}" dt="2026-08-10T13:46:11.795" v="285" actId="20577"/>
          <ac:spMkLst>
            <pc:docMk/>
            <pc:sldMk cId="1855492773" sldId="363"/>
            <ac:spMk id="15" creationId="{E9A5B871-469C-B5E4-04BA-1E646F035F46}"/>
          </ac:spMkLst>
        </pc:spChg>
        <pc:picChg chg="add mod">
          <ac:chgData name="Enoch Haney" userId="S::ehaney@gamingcapitalgroup.com::9dc61a47-b807-4e35-9183-fcc995b7e997" providerId="AD" clId="Web-{DE54D225-3A66-0D50-9957-334F4C7757AA}" dt="2026-08-10T13:51:40.323" v="321" actId="1076"/>
          <ac:picMkLst>
            <pc:docMk/>
            <pc:sldMk cId="1855492773" sldId="363"/>
            <ac:picMk id="3" creationId="{1412F8C3-7F4B-6F70-17CF-0BA12B324E85}"/>
          </ac:picMkLst>
        </pc:picChg>
      </pc:sldChg>
    </pc:docChg>
  </pc:docChgLst>
  <pc:docChgLst>
    <pc:chgData name="Yancy Shepherd" userId="fac8d4dc-696b-49bc-8588-c92a9a1cd195" providerId="ADAL" clId="{1DA61E42-EAFC-5D76-8A89-7D2348EA8B7F}"/>
    <pc:docChg chg="undo redo custSel addSld delSld modSld sldOrd addMainMaster delMainMaster modMainMaster addSection delSection modSection modNotesMaster">
      <pc:chgData name="Yancy Shepherd" userId="fac8d4dc-696b-49bc-8588-c92a9a1cd195" providerId="ADAL" clId="{1DA61E42-EAFC-5D76-8A89-7D2348EA8B7F}" dt="2026-08-12T00:57:48.727" v="3898" actId="17853"/>
      <pc:docMkLst>
        <pc:docMk/>
      </pc:docMkLst>
      <pc:sldChg chg="addSp delSp modSp mod modNotes modNotesTx">
        <pc:chgData name="Yancy Shepherd" userId="fac8d4dc-696b-49bc-8588-c92a9a1cd195" providerId="ADAL" clId="{1DA61E42-EAFC-5D76-8A89-7D2348EA8B7F}" dt="2026-08-10T13:04:52.744" v="2442" actId="20577"/>
        <pc:sldMkLst>
          <pc:docMk/>
          <pc:sldMk cId="208280710" sldId="256"/>
        </pc:sldMkLst>
        <pc:spChg chg="mod">
          <ac:chgData name="Yancy Shepherd" userId="fac8d4dc-696b-49bc-8588-c92a9a1cd195" providerId="ADAL" clId="{1DA61E42-EAFC-5D76-8A89-7D2348EA8B7F}" dt="2026-08-09T19:58:19.857" v="2058" actId="20577"/>
          <ac:spMkLst>
            <pc:docMk/>
            <pc:sldMk cId="208280710" sldId="256"/>
            <ac:spMk id="2" creationId="{4058C96F-E49E-4354-99CC-6E09E475257F}"/>
          </ac:spMkLst>
        </pc:spChg>
        <pc:spChg chg="mod">
          <ac:chgData name="Yancy Shepherd" userId="fac8d4dc-696b-49bc-8588-c92a9a1cd195" providerId="ADAL" clId="{1DA61E42-EAFC-5D76-8A89-7D2348EA8B7F}" dt="2026-08-08T01:42:24.779" v="1187" actId="14100"/>
          <ac:spMkLst>
            <pc:docMk/>
            <pc:sldMk cId="208280710" sldId="256"/>
            <ac:spMk id="4" creationId="{693D894D-111F-4010-8AE4-943E2D046D60}"/>
          </ac:spMkLst>
        </pc:spChg>
        <pc:picChg chg="mod">
          <ac:chgData name="Yancy Shepherd" userId="fac8d4dc-696b-49bc-8588-c92a9a1cd195" providerId="ADAL" clId="{1DA61E42-EAFC-5D76-8A89-7D2348EA8B7F}" dt="2026-08-09T20:03:13.282" v="2095" actId="1076"/>
          <ac:picMkLst>
            <pc:docMk/>
            <pc:sldMk cId="208280710" sldId="256"/>
            <ac:picMk id="11" creationId="{00000000-0000-0000-0000-000000000000}"/>
          </ac:picMkLst>
        </pc:picChg>
      </pc:sldChg>
      <pc:sldChg chg="add setBg modNotesTx">
        <pc:chgData name="Yancy Shepherd" userId="fac8d4dc-696b-49bc-8588-c92a9a1cd195" providerId="ADAL" clId="{1DA61E42-EAFC-5D76-8A89-7D2348EA8B7F}" dt="2026-08-10T13:04:42.922" v="2440" actId="6549"/>
        <pc:sldMkLst>
          <pc:docMk/>
          <pc:sldMk cId="1487790649" sldId="257"/>
        </pc:sldMkLst>
      </pc:sldChg>
      <pc:sldChg chg="add setBg">
        <pc:chgData name="Yancy Shepherd" userId="fac8d4dc-696b-49bc-8588-c92a9a1cd195" providerId="ADAL" clId="{1DA61E42-EAFC-5D76-8A89-7D2348EA8B7F}" dt="2026-08-09T19:40:13.748" v="2051"/>
        <pc:sldMkLst>
          <pc:docMk/>
          <pc:sldMk cId="3787347025" sldId="262"/>
        </pc:sldMkLst>
      </pc:sldChg>
      <pc:sldChg chg="delSp modSp add mod">
        <pc:chgData name="Yancy Shepherd" userId="fac8d4dc-696b-49bc-8588-c92a9a1cd195" providerId="ADAL" clId="{1DA61E42-EAFC-5D76-8A89-7D2348EA8B7F}" dt="2026-08-11T22:47:15.857" v="3893" actId="20577"/>
        <pc:sldMkLst>
          <pc:docMk/>
          <pc:sldMk cId="3747554586" sldId="281"/>
        </pc:sldMkLst>
        <pc:spChg chg="mod">
          <ac:chgData name="Yancy Shepherd" userId="fac8d4dc-696b-49bc-8588-c92a9a1cd195" providerId="ADAL" clId="{1DA61E42-EAFC-5D76-8A89-7D2348EA8B7F}" dt="2026-08-10T14:45:33.002" v="2470" actId="26606"/>
          <ac:spMkLst>
            <pc:docMk/>
            <pc:sldMk cId="3747554586" sldId="281"/>
            <ac:spMk id="6" creationId="{6A0AEA1E-B384-4408-AD59-6BF55DDF573F}"/>
          </ac:spMkLst>
        </pc:spChg>
        <pc:spChg chg="mod">
          <ac:chgData name="Yancy Shepherd" userId="fac8d4dc-696b-49bc-8588-c92a9a1cd195" providerId="ADAL" clId="{1DA61E42-EAFC-5D76-8A89-7D2348EA8B7F}" dt="2026-08-10T18:46:14.999" v="3103" actId="20577"/>
          <ac:spMkLst>
            <pc:docMk/>
            <pc:sldMk cId="3747554586" sldId="281"/>
            <ac:spMk id="7" creationId="{40507D30-864F-4BBF-9905-D504747D3C9F}"/>
          </ac:spMkLst>
        </pc:spChg>
        <pc:spChg chg="mod">
          <ac:chgData name="Yancy Shepherd" userId="fac8d4dc-696b-49bc-8588-c92a9a1cd195" providerId="ADAL" clId="{1DA61E42-EAFC-5D76-8A89-7D2348EA8B7F}" dt="2026-08-11T22:47:15.857" v="3893" actId="20577"/>
          <ac:spMkLst>
            <pc:docMk/>
            <pc:sldMk cId="3747554586" sldId="281"/>
            <ac:spMk id="11" creationId="{E48BCAE5-52F4-427E-B8CC-52C9AA96BD81}"/>
          </ac:spMkLst>
        </pc:spChg>
      </pc:sldChg>
      <pc:sldChg chg="modSp add mod ord setBg">
        <pc:chgData name="Yancy Shepherd" userId="fac8d4dc-696b-49bc-8588-c92a9a1cd195" providerId="ADAL" clId="{1DA61E42-EAFC-5D76-8A89-7D2348EA8B7F}" dt="2026-08-11T22:43:51.512" v="3855" actId="20577"/>
        <pc:sldMkLst>
          <pc:docMk/>
          <pc:sldMk cId="369720962" sldId="282"/>
        </pc:sldMkLst>
        <pc:spChg chg="mod">
          <ac:chgData name="Yancy Shepherd" userId="fac8d4dc-696b-49bc-8588-c92a9a1cd195" providerId="ADAL" clId="{1DA61E42-EAFC-5D76-8A89-7D2348EA8B7F}" dt="2026-08-11T22:43:51.512" v="3855" actId="20577"/>
          <ac:spMkLst>
            <pc:docMk/>
            <pc:sldMk cId="369720962" sldId="282"/>
            <ac:spMk id="3" creationId="{D2AD02EF-327D-1AE0-C678-2D98AC2B678F}"/>
          </ac:spMkLst>
        </pc:spChg>
      </pc:sldChg>
      <pc:sldChg chg="add ord setBg">
        <pc:chgData name="Yancy Shepherd" userId="fac8d4dc-696b-49bc-8588-c92a9a1cd195" providerId="ADAL" clId="{1DA61E42-EAFC-5D76-8A89-7D2348EA8B7F}" dt="2026-08-09T19:40:37.575" v="2055"/>
        <pc:sldMkLst>
          <pc:docMk/>
          <pc:sldMk cId="3715690586" sldId="286"/>
        </pc:sldMkLst>
      </pc:sldChg>
      <pc:sldChg chg="add setBg">
        <pc:chgData name="Yancy Shepherd" userId="fac8d4dc-696b-49bc-8588-c92a9a1cd195" providerId="ADAL" clId="{1DA61E42-EAFC-5D76-8A89-7D2348EA8B7F}" dt="2026-08-09T19:40:49.567" v="2057"/>
        <pc:sldMkLst>
          <pc:docMk/>
          <pc:sldMk cId="3165423893" sldId="313"/>
        </pc:sldMkLst>
      </pc:sldChg>
      <pc:sldChg chg="add setBg">
        <pc:chgData name="Yancy Shepherd" userId="fac8d4dc-696b-49bc-8588-c92a9a1cd195" providerId="ADAL" clId="{1DA61E42-EAFC-5D76-8A89-7D2348EA8B7F}" dt="2026-08-09T19:40:44.560" v="2056"/>
        <pc:sldMkLst>
          <pc:docMk/>
          <pc:sldMk cId="2753211275" sldId="314"/>
        </pc:sldMkLst>
      </pc:sldChg>
      <pc:sldChg chg="modSp add mod setBg">
        <pc:chgData name="Yancy Shepherd" userId="fac8d4dc-696b-49bc-8588-c92a9a1cd195" providerId="ADAL" clId="{1DA61E42-EAFC-5D76-8A89-7D2348EA8B7F}" dt="2026-08-11T22:45:53.192" v="3879" actId="20577"/>
        <pc:sldMkLst>
          <pc:docMk/>
          <pc:sldMk cId="2276933361" sldId="317"/>
        </pc:sldMkLst>
        <pc:spChg chg="mod">
          <ac:chgData name="Yancy Shepherd" userId="fac8d4dc-696b-49bc-8588-c92a9a1cd195" providerId="ADAL" clId="{1DA61E42-EAFC-5D76-8A89-7D2348EA8B7F}" dt="2026-08-11T22:45:53.192" v="3879" actId="20577"/>
          <ac:spMkLst>
            <pc:docMk/>
            <pc:sldMk cId="2276933361" sldId="317"/>
            <ac:spMk id="4" creationId="{A6420BC9-D14B-2D1E-15B8-C967C09C0D80}"/>
          </ac:spMkLst>
        </pc:spChg>
      </pc:sldChg>
      <pc:sldChg chg="add setBg">
        <pc:chgData name="Yancy Shepherd" userId="fac8d4dc-696b-49bc-8588-c92a9a1cd195" providerId="ADAL" clId="{1DA61E42-EAFC-5D76-8A89-7D2348EA8B7F}" dt="2026-08-09T19:40:20.013" v="2052"/>
        <pc:sldMkLst>
          <pc:docMk/>
          <pc:sldMk cId="1337466497" sldId="321"/>
        </pc:sldMkLst>
      </pc:sldChg>
      <pc:sldChg chg="modSp add mod">
        <pc:chgData name="Yancy Shepherd" userId="fac8d4dc-696b-49bc-8588-c92a9a1cd195" providerId="ADAL" clId="{1DA61E42-EAFC-5D76-8A89-7D2348EA8B7F}" dt="2026-08-11T21:54:56.160" v="3485" actId="20577"/>
        <pc:sldMkLst>
          <pc:docMk/>
          <pc:sldMk cId="894116171" sldId="323"/>
        </pc:sldMkLst>
        <pc:spChg chg="mod">
          <ac:chgData name="Yancy Shepherd" userId="fac8d4dc-696b-49bc-8588-c92a9a1cd195" providerId="ADAL" clId="{1DA61E42-EAFC-5D76-8A89-7D2348EA8B7F}" dt="2026-08-11T21:54:56.160" v="3485" actId="20577"/>
          <ac:spMkLst>
            <pc:docMk/>
            <pc:sldMk cId="894116171" sldId="323"/>
            <ac:spMk id="5" creationId="{445E7310-24F2-4B49-86E1-C9DF9DC0BA17}"/>
          </ac:spMkLst>
        </pc:spChg>
        <pc:spChg chg="mod">
          <ac:chgData name="Yancy Shepherd" userId="fac8d4dc-696b-49bc-8588-c92a9a1cd195" providerId="ADAL" clId="{1DA61E42-EAFC-5D76-8A89-7D2348EA8B7F}" dt="2026-08-10T14:49:03.810" v="2489" actId="20577"/>
          <ac:spMkLst>
            <pc:docMk/>
            <pc:sldMk cId="894116171" sldId="323"/>
            <ac:spMk id="9" creationId="{6E2D95E4-30E6-40A1-8C7E-DC0200782035}"/>
          </ac:spMkLst>
        </pc:spChg>
      </pc:sldChg>
      <pc:sldChg chg="modSp add mod">
        <pc:chgData name="Yancy Shepherd" userId="fac8d4dc-696b-49bc-8588-c92a9a1cd195" providerId="ADAL" clId="{1DA61E42-EAFC-5D76-8A89-7D2348EA8B7F}" dt="2026-08-11T22:01:32.819" v="3495" actId="14100"/>
        <pc:sldMkLst>
          <pc:docMk/>
          <pc:sldMk cId="2781133588" sldId="324"/>
        </pc:sldMkLst>
        <pc:spChg chg="mod">
          <ac:chgData name="Yancy Shepherd" userId="fac8d4dc-696b-49bc-8588-c92a9a1cd195" providerId="ADAL" clId="{1DA61E42-EAFC-5D76-8A89-7D2348EA8B7F}" dt="2026-08-11T22:01:32.819" v="3495" actId="14100"/>
          <ac:spMkLst>
            <pc:docMk/>
            <pc:sldMk cId="2781133588" sldId="324"/>
            <ac:spMk id="2" creationId="{3079A4D0-FC5A-4864-BCC8-530A213203B4}"/>
          </ac:spMkLst>
        </pc:spChg>
        <pc:spChg chg="mod">
          <ac:chgData name="Yancy Shepherd" userId="fac8d4dc-696b-49bc-8588-c92a9a1cd195" providerId="ADAL" clId="{1DA61E42-EAFC-5D76-8A89-7D2348EA8B7F}" dt="2026-08-09T20:41:52.630" v="2435"/>
          <ac:spMkLst>
            <pc:docMk/>
            <pc:sldMk cId="2781133588" sldId="324"/>
            <ac:spMk id="25" creationId="{0363193B-7D92-D0D4-A5A7-CCAB1B31D1CA}"/>
          </ac:spMkLst>
        </pc:spChg>
      </pc:sldChg>
      <pc:sldChg chg="modSp add mod ord">
        <pc:chgData name="Yancy Shepherd" userId="fac8d4dc-696b-49bc-8588-c92a9a1cd195" providerId="ADAL" clId="{1DA61E42-EAFC-5D76-8A89-7D2348EA8B7F}" dt="2026-08-11T22:05:40.701" v="3499" actId="1076"/>
        <pc:sldMkLst>
          <pc:docMk/>
          <pc:sldMk cId="3386480197" sldId="325"/>
        </pc:sldMkLst>
        <pc:spChg chg="mod">
          <ac:chgData name="Yancy Shepherd" userId="fac8d4dc-696b-49bc-8588-c92a9a1cd195" providerId="ADAL" clId="{1DA61E42-EAFC-5D76-8A89-7D2348EA8B7F}" dt="2026-08-11T22:05:40.701" v="3499" actId="1076"/>
          <ac:spMkLst>
            <pc:docMk/>
            <pc:sldMk cId="3386480197" sldId="325"/>
            <ac:spMk id="18" creationId="{BAE99197-4FDA-4A18-80B9-F9F5F393C6E8}"/>
          </ac:spMkLst>
        </pc:spChg>
        <pc:spChg chg="mod">
          <ac:chgData name="Yancy Shepherd" userId="fac8d4dc-696b-49bc-8588-c92a9a1cd195" providerId="ADAL" clId="{1DA61E42-EAFC-5D76-8A89-7D2348EA8B7F}" dt="2026-08-11T22:05:40.701" v="3499" actId="1076"/>
          <ac:spMkLst>
            <pc:docMk/>
            <pc:sldMk cId="3386480197" sldId="325"/>
            <ac:spMk id="19" creationId="{1CB28D63-C313-4038-9291-7A2F29707824}"/>
          </ac:spMkLst>
        </pc:spChg>
        <pc:spChg chg="mod">
          <ac:chgData name="Yancy Shepherd" userId="fac8d4dc-696b-49bc-8588-c92a9a1cd195" providerId="ADAL" clId="{1DA61E42-EAFC-5D76-8A89-7D2348EA8B7F}" dt="2026-08-11T22:05:27.434" v="3498" actId="1076"/>
          <ac:spMkLst>
            <pc:docMk/>
            <pc:sldMk cId="3386480197" sldId="325"/>
            <ac:spMk id="22" creationId="{43E21CC7-B30F-41C2-BF7D-2612EB387E5C}"/>
          </ac:spMkLst>
        </pc:spChg>
        <pc:spChg chg="mod">
          <ac:chgData name="Yancy Shepherd" userId="fac8d4dc-696b-49bc-8588-c92a9a1cd195" providerId="ADAL" clId="{1DA61E42-EAFC-5D76-8A89-7D2348EA8B7F}" dt="2026-08-11T22:05:27.434" v="3498" actId="1076"/>
          <ac:spMkLst>
            <pc:docMk/>
            <pc:sldMk cId="3386480197" sldId="325"/>
            <ac:spMk id="23" creationId="{59094458-8DDE-4DE5-8255-F4B680E18218}"/>
          </ac:spMkLst>
        </pc:spChg>
        <pc:spChg chg="mod">
          <ac:chgData name="Yancy Shepherd" userId="fac8d4dc-696b-49bc-8588-c92a9a1cd195" providerId="ADAL" clId="{1DA61E42-EAFC-5D76-8A89-7D2348EA8B7F}" dt="2026-08-09T20:41:52.630" v="2435"/>
          <ac:spMkLst>
            <pc:docMk/>
            <pc:sldMk cId="3386480197" sldId="325"/>
            <ac:spMk id="41" creationId="{84E0B600-A5B1-4D67-9012-3C1FFCF2D532}"/>
          </ac:spMkLst>
        </pc:spChg>
      </pc:sldChg>
      <pc:sldChg chg="addSp delSp modSp add mod">
        <pc:chgData name="Yancy Shepherd" userId="fac8d4dc-696b-49bc-8588-c92a9a1cd195" providerId="ADAL" clId="{1DA61E42-EAFC-5D76-8A89-7D2348EA8B7F}" dt="2026-08-11T22:33:47.404" v="3747" actId="1076"/>
        <pc:sldMkLst>
          <pc:docMk/>
          <pc:sldMk cId="1036620289" sldId="326"/>
        </pc:sldMkLst>
        <pc:spChg chg="mod">
          <ac:chgData name="Yancy Shepherd" userId="fac8d4dc-696b-49bc-8588-c92a9a1cd195" providerId="ADAL" clId="{1DA61E42-EAFC-5D76-8A89-7D2348EA8B7F}" dt="2026-08-11T22:22:17.732" v="3600" actId="20577"/>
          <ac:spMkLst>
            <pc:docMk/>
            <pc:sldMk cId="1036620289" sldId="326"/>
            <ac:spMk id="2" creationId="{119772E5-27F3-496B-AF22-E564B374E13A}"/>
          </ac:spMkLst>
        </pc:spChg>
        <pc:spChg chg="add mod">
          <ac:chgData name="Yancy Shepherd" userId="fac8d4dc-696b-49bc-8588-c92a9a1cd195" providerId="ADAL" clId="{1DA61E42-EAFC-5D76-8A89-7D2348EA8B7F}" dt="2026-08-11T22:33:27.972" v="3744" actId="14100"/>
          <ac:spMkLst>
            <pc:docMk/>
            <pc:sldMk cId="1036620289" sldId="326"/>
            <ac:spMk id="4" creationId="{3F4201B5-D53C-F092-201A-11362920C3E2}"/>
          </ac:spMkLst>
        </pc:spChg>
        <pc:spChg chg="del mod">
          <ac:chgData name="Yancy Shepherd" userId="fac8d4dc-696b-49bc-8588-c92a9a1cd195" providerId="ADAL" clId="{1DA61E42-EAFC-5D76-8A89-7D2348EA8B7F}" dt="2026-08-11T22:20:06.093" v="3557" actId="478"/>
          <ac:spMkLst>
            <pc:docMk/>
            <pc:sldMk cId="1036620289" sldId="326"/>
            <ac:spMk id="5" creationId="{445E7310-24F2-4B49-86E1-C9DF9DC0BA17}"/>
          </ac:spMkLst>
        </pc:spChg>
        <pc:spChg chg="del mod">
          <ac:chgData name="Yancy Shepherd" userId="fac8d4dc-696b-49bc-8588-c92a9a1cd195" providerId="ADAL" clId="{1DA61E42-EAFC-5D76-8A89-7D2348EA8B7F}" dt="2026-08-11T22:21:08.791" v="3563" actId="478"/>
          <ac:spMkLst>
            <pc:docMk/>
            <pc:sldMk cId="1036620289" sldId="326"/>
            <ac:spMk id="6" creationId="{D6CB17B9-66FA-4F59-BCEE-DC60F7008DAD}"/>
          </ac:spMkLst>
        </pc:spChg>
        <pc:spChg chg="mod">
          <ac:chgData name="Yancy Shepherd" userId="fac8d4dc-696b-49bc-8588-c92a9a1cd195" providerId="ADAL" clId="{1DA61E42-EAFC-5D76-8A89-7D2348EA8B7F}" dt="2026-08-11T22:33:47.404" v="3747" actId="1076"/>
          <ac:spMkLst>
            <pc:docMk/>
            <pc:sldMk cId="1036620289" sldId="326"/>
            <ac:spMk id="8" creationId="{3A0F6546-3256-4998-8224-FE39993E92E3}"/>
          </ac:spMkLst>
        </pc:spChg>
        <pc:spChg chg="mod">
          <ac:chgData name="Yancy Shepherd" userId="fac8d4dc-696b-49bc-8588-c92a9a1cd195" providerId="ADAL" clId="{1DA61E42-EAFC-5D76-8A89-7D2348EA8B7F}" dt="2026-08-10T14:53:16.574" v="2490" actId="26606"/>
          <ac:spMkLst>
            <pc:docMk/>
            <pc:sldMk cId="1036620289" sldId="326"/>
            <ac:spMk id="9" creationId="{6E2D95E4-30E6-40A1-8C7E-DC0200782035}"/>
          </ac:spMkLst>
        </pc:spChg>
        <pc:spChg chg="add mod">
          <ac:chgData name="Yancy Shepherd" userId="fac8d4dc-696b-49bc-8588-c92a9a1cd195" providerId="ADAL" clId="{1DA61E42-EAFC-5D76-8A89-7D2348EA8B7F}" dt="2026-08-11T22:26:42.821" v="3677"/>
          <ac:spMkLst>
            <pc:docMk/>
            <pc:sldMk cId="1036620289" sldId="326"/>
            <ac:spMk id="10" creationId="{3CFA1ED2-159D-6415-B4F6-C17C10D77EEB}"/>
          </ac:spMkLst>
        </pc:spChg>
        <pc:picChg chg="mod">
          <ac:chgData name="Yancy Shepherd" userId="fac8d4dc-696b-49bc-8588-c92a9a1cd195" providerId="ADAL" clId="{1DA61E42-EAFC-5D76-8A89-7D2348EA8B7F}" dt="2026-08-11T22:33:40.737" v="3746" actId="1076"/>
          <ac:picMkLst>
            <pc:docMk/>
            <pc:sldMk cId="1036620289" sldId="326"/>
            <ac:picMk id="7" creationId="{6DAB7969-0F9C-38F6-A802-912518094379}"/>
          </ac:picMkLst>
        </pc:picChg>
      </pc:sldChg>
      <pc:sldChg chg="addSp delSp modSp add mod">
        <pc:chgData name="Yancy Shepherd" userId="fac8d4dc-696b-49bc-8588-c92a9a1cd195" providerId="ADAL" clId="{1DA61E42-EAFC-5D76-8A89-7D2348EA8B7F}" dt="2026-08-11T22:32:53.092" v="3742" actId="207"/>
        <pc:sldMkLst>
          <pc:docMk/>
          <pc:sldMk cId="4096474795" sldId="327"/>
        </pc:sldMkLst>
        <pc:spChg chg="add del mod">
          <ac:chgData name="Yancy Shepherd" userId="fac8d4dc-696b-49bc-8588-c92a9a1cd195" providerId="ADAL" clId="{1DA61E42-EAFC-5D76-8A89-7D2348EA8B7F}" dt="2026-08-11T22:26:45.949" v="3681" actId="22"/>
          <ac:spMkLst>
            <pc:docMk/>
            <pc:sldMk cId="4096474795" sldId="327"/>
            <ac:spMk id="4" creationId="{B6F27430-4C63-E580-1119-2477C6DB8F4B}"/>
          </ac:spMkLst>
        </pc:spChg>
        <pc:spChg chg="mod">
          <ac:chgData name="Yancy Shepherd" userId="fac8d4dc-696b-49bc-8588-c92a9a1cd195" providerId="ADAL" clId="{1DA61E42-EAFC-5D76-8A89-7D2348EA8B7F}" dt="2026-08-11T22:32:24.988" v="3733" actId="1076"/>
          <ac:spMkLst>
            <pc:docMk/>
            <pc:sldMk cId="4096474795" sldId="327"/>
            <ac:spMk id="5" creationId="{0851167A-2DBF-43C0-BC5C-3514D8A75D8A}"/>
          </ac:spMkLst>
        </pc:spChg>
        <pc:spChg chg="add del mod">
          <ac:chgData name="Yancy Shepherd" userId="fac8d4dc-696b-49bc-8588-c92a9a1cd195" providerId="ADAL" clId="{1DA61E42-EAFC-5D76-8A89-7D2348EA8B7F}" dt="2026-08-11T22:32:16.331" v="3731" actId="478"/>
          <ac:spMkLst>
            <pc:docMk/>
            <pc:sldMk cId="4096474795" sldId="327"/>
            <ac:spMk id="6" creationId="{6D9122F6-4D00-4C4E-BEED-DCEF0D377014}"/>
          </ac:spMkLst>
        </pc:spChg>
        <pc:spChg chg="mod">
          <ac:chgData name="Yancy Shepherd" userId="fac8d4dc-696b-49bc-8588-c92a9a1cd195" providerId="ADAL" clId="{1DA61E42-EAFC-5D76-8A89-7D2348EA8B7F}" dt="2026-08-11T22:32:24.988" v="3733" actId="1076"/>
          <ac:spMkLst>
            <pc:docMk/>
            <pc:sldMk cId="4096474795" sldId="327"/>
            <ac:spMk id="7" creationId="{2AA48D82-DEB0-4DF6-BCED-29FFDB20CB65}"/>
          </ac:spMkLst>
        </pc:spChg>
        <pc:spChg chg="del mod">
          <ac:chgData name="Yancy Shepherd" userId="fac8d4dc-696b-49bc-8588-c92a9a1cd195" providerId="ADAL" clId="{1DA61E42-EAFC-5D76-8A89-7D2348EA8B7F}" dt="2026-08-11T22:32:18.334" v="3732" actId="478"/>
          <ac:spMkLst>
            <pc:docMk/>
            <pc:sldMk cId="4096474795" sldId="327"/>
            <ac:spMk id="8" creationId="{35D0D96D-3AD3-49E7-89E1-6FBA5FB7A3C2}"/>
          </ac:spMkLst>
        </pc:spChg>
        <pc:spChg chg="del">
          <ac:chgData name="Yancy Shepherd" userId="fac8d4dc-696b-49bc-8588-c92a9a1cd195" providerId="ADAL" clId="{1DA61E42-EAFC-5D76-8A89-7D2348EA8B7F}" dt="2026-08-11T22:27:38.009" v="3689" actId="478"/>
          <ac:spMkLst>
            <pc:docMk/>
            <pc:sldMk cId="4096474795" sldId="327"/>
            <ac:spMk id="9" creationId="{198C4E92-B524-47E7-8280-64D860775D32}"/>
          </ac:spMkLst>
        </pc:spChg>
        <pc:spChg chg="del">
          <ac:chgData name="Yancy Shepherd" userId="fac8d4dc-696b-49bc-8588-c92a9a1cd195" providerId="ADAL" clId="{1DA61E42-EAFC-5D76-8A89-7D2348EA8B7F}" dt="2026-08-11T22:27:40.941" v="3690" actId="478"/>
          <ac:spMkLst>
            <pc:docMk/>
            <pc:sldMk cId="4096474795" sldId="327"/>
            <ac:spMk id="10" creationId="{043689D8-6014-4971-AA4E-F1E4FC6A1231}"/>
          </ac:spMkLst>
        </pc:spChg>
        <pc:spChg chg="mod">
          <ac:chgData name="Yancy Shepherd" userId="fac8d4dc-696b-49bc-8588-c92a9a1cd195" providerId="ADAL" clId="{1DA61E42-EAFC-5D76-8A89-7D2348EA8B7F}" dt="2026-08-10T14:53:16.574" v="2490" actId="26606"/>
          <ac:spMkLst>
            <pc:docMk/>
            <pc:sldMk cId="4096474795" sldId="327"/>
            <ac:spMk id="11" creationId="{B4D2499D-C8AB-4FF0-BC69-C5BC5E7CF8DD}"/>
          </ac:spMkLst>
        </pc:spChg>
        <pc:spChg chg="add del mod">
          <ac:chgData name="Yancy Shepherd" userId="fac8d4dc-696b-49bc-8588-c92a9a1cd195" providerId="ADAL" clId="{1DA61E42-EAFC-5D76-8A89-7D2348EA8B7F}" dt="2026-08-11T22:27:48.297" v="3692" actId="478"/>
          <ac:spMkLst>
            <pc:docMk/>
            <pc:sldMk cId="4096474795" sldId="327"/>
            <ac:spMk id="12" creationId="{979CC107-064E-0B6E-932B-3048F03CE5A7}"/>
          </ac:spMkLst>
        </pc:spChg>
        <pc:spChg chg="mod">
          <ac:chgData name="Yancy Shepherd" userId="fac8d4dc-696b-49bc-8588-c92a9a1cd195" providerId="ADAL" clId="{1DA61E42-EAFC-5D76-8A89-7D2348EA8B7F}" dt="2026-08-11T22:28:13.421" v="3697" actId="1076"/>
          <ac:spMkLst>
            <pc:docMk/>
            <pc:sldMk cId="4096474795" sldId="327"/>
            <ac:spMk id="13" creationId="{CE89E9D8-98D7-E8F6-B668-BF01C73880C4}"/>
          </ac:spMkLst>
        </pc:spChg>
        <pc:spChg chg="mod">
          <ac:chgData name="Yancy Shepherd" userId="fac8d4dc-696b-49bc-8588-c92a9a1cd195" providerId="ADAL" clId="{1DA61E42-EAFC-5D76-8A89-7D2348EA8B7F}" dt="2026-08-11T22:32:53.092" v="3742" actId="207"/>
          <ac:spMkLst>
            <pc:docMk/>
            <pc:sldMk cId="4096474795" sldId="327"/>
            <ac:spMk id="14" creationId="{A1062A0D-388A-48A5-F538-E97AC231F197}"/>
          </ac:spMkLst>
        </pc:spChg>
        <pc:spChg chg="add del mod">
          <ac:chgData name="Yancy Shepherd" userId="fac8d4dc-696b-49bc-8588-c92a9a1cd195" providerId="ADAL" clId="{1DA61E42-EAFC-5D76-8A89-7D2348EA8B7F}" dt="2026-08-11T22:31:30.799" v="3720" actId="478"/>
          <ac:spMkLst>
            <pc:docMk/>
            <pc:sldMk cId="4096474795" sldId="327"/>
            <ac:spMk id="17" creationId="{198F71F1-8923-3B67-9164-4459462FE139}"/>
          </ac:spMkLst>
        </pc:spChg>
        <pc:spChg chg="add del mod">
          <ac:chgData name="Yancy Shepherd" userId="fac8d4dc-696b-49bc-8588-c92a9a1cd195" providerId="ADAL" clId="{1DA61E42-EAFC-5D76-8A89-7D2348EA8B7F}" dt="2026-08-11T22:31:56.460" v="3726" actId="478"/>
          <ac:spMkLst>
            <pc:docMk/>
            <pc:sldMk cId="4096474795" sldId="327"/>
            <ac:spMk id="18" creationId="{FBE01E61-3779-182A-3318-D5945089A4C9}"/>
          </ac:spMkLst>
        </pc:spChg>
        <pc:picChg chg="mod">
          <ac:chgData name="Yancy Shepherd" userId="fac8d4dc-696b-49bc-8588-c92a9a1cd195" providerId="ADAL" clId="{1DA61E42-EAFC-5D76-8A89-7D2348EA8B7F}" dt="2026-08-11T22:32:24.988" v="3733" actId="1076"/>
          <ac:picMkLst>
            <pc:docMk/>
            <pc:sldMk cId="4096474795" sldId="327"/>
            <ac:picMk id="25" creationId="{00000000-0000-0000-0000-000000000000}"/>
          </ac:picMkLst>
        </pc:picChg>
        <pc:picChg chg="mod">
          <ac:chgData name="Yancy Shepherd" userId="fac8d4dc-696b-49bc-8588-c92a9a1cd195" providerId="ADAL" clId="{1DA61E42-EAFC-5D76-8A89-7D2348EA8B7F}" dt="2026-08-11T22:32:24.988" v="3733" actId="1076"/>
          <ac:picMkLst>
            <pc:docMk/>
            <pc:sldMk cId="4096474795" sldId="327"/>
            <ac:picMk id="26" creationId="{00000000-0000-0000-0000-000000000000}"/>
          </ac:picMkLst>
        </pc:picChg>
        <pc:picChg chg="del">
          <ac:chgData name="Yancy Shepherd" userId="fac8d4dc-696b-49bc-8588-c92a9a1cd195" providerId="ADAL" clId="{1DA61E42-EAFC-5D76-8A89-7D2348EA8B7F}" dt="2026-08-11T22:27:38.009" v="3689" actId="478"/>
          <ac:picMkLst>
            <pc:docMk/>
            <pc:sldMk cId="4096474795" sldId="327"/>
            <ac:picMk id="27" creationId="{00000000-0000-0000-0000-000000000000}"/>
          </ac:picMkLst>
        </pc:picChg>
      </pc:sldChg>
      <pc:sldChg chg="modSp add mod">
        <pc:chgData name="Yancy Shepherd" userId="fac8d4dc-696b-49bc-8588-c92a9a1cd195" providerId="ADAL" clId="{1DA61E42-EAFC-5D76-8A89-7D2348EA8B7F}" dt="2026-08-10T14:53:16.574" v="2490" actId="26606"/>
        <pc:sldMkLst>
          <pc:docMk/>
          <pc:sldMk cId="4190105174" sldId="328"/>
        </pc:sldMkLst>
        <pc:spChg chg="mod">
          <ac:chgData name="Yancy Shepherd" userId="fac8d4dc-696b-49bc-8588-c92a9a1cd195" providerId="ADAL" clId="{1DA61E42-EAFC-5D76-8A89-7D2348EA8B7F}" dt="2026-08-10T14:53:16.574" v="2490" actId="26606"/>
          <ac:spMkLst>
            <pc:docMk/>
            <pc:sldMk cId="4190105174" sldId="328"/>
            <ac:spMk id="11" creationId="{9F18E7B8-6066-EC95-12D5-A18DE6BE5B6E}"/>
          </ac:spMkLst>
        </pc:spChg>
      </pc:sldChg>
      <pc:sldChg chg="addSp delSp modSp add mod">
        <pc:chgData name="Yancy Shepherd" userId="fac8d4dc-696b-49bc-8588-c92a9a1cd195" providerId="ADAL" clId="{1DA61E42-EAFC-5D76-8A89-7D2348EA8B7F}" dt="2026-08-11T22:41:27.746" v="3846" actId="20577"/>
        <pc:sldMkLst>
          <pc:docMk/>
          <pc:sldMk cId="529838384" sldId="329"/>
        </pc:sldMkLst>
        <pc:spChg chg="mod">
          <ac:chgData name="Yancy Shepherd" userId="fac8d4dc-696b-49bc-8588-c92a9a1cd195" providerId="ADAL" clId="{1DA61E42-EAFC-5D76-8A89-7D2348EA8B7F}" dt="2026-08-11T22:41:27.746" v="3846" actId="20577"/>
          <ac:spMkLst>
            <pc:docMk/>
            <pc:sldMk cId="529838384" sldId="329"/>
            <ac:spMk id="16" creationId="{52191E22-870F-4AD4-B4E2-DD2D92F88D2F}"/>
          </ac:spMkLst>
        </pc:spChg>
        <pc:spChg chg="mod">
          <ac:chgData name="Yancy Shepherd" userId="fac8d4dc-696b-49bc-8588-c92a9a1cd195" providerId="ADAL" clId="{1DA61E42-EAFC-5D76-8A89-7D2348EA8B7F}" dt="2026-08-11T22:40:32.264" v="3751" actId="20577"/>
          <ac:spMkLst>
            <pc:docMk/>
            <pc:sldMk cId="529838384" sldId="329"/>
            <ac:spMk id="21" creationId="{BA28FC5E-5A6F-4F83-B1F4-D8F0CF129AE4}"/>
          </ac:spMkLst>
        </pc:spChg>
        <pc:spChg chg="mod">
          <ac:chgData name="Yancy Shepherd" userId="fac8d4dc-696b-49bc-8588-c92a9a1cd195" providerId="ADAL" clId="{1DA61E42-EAFC-5D76-8A89-7D2348EA8B7F}" dt="2026-08-10T14:53:16.574" v="2490" actId="26606"/>
          <ac:spMkLst>
            <pc:docMk/>
            <pc:sldMk cId="529838384" sldId="329"/>
            <ac:spMk id="23" creationId="{F4E79A18-28F7-42F2-B426-EDAD166B1320}"/>
          </ac:spMkLst>
        </pc:spChg>
      </pc:sldChg>
      <pc:sldChg chg="delSp modSp add mod">
        <pc:chgData name="Yancy Shepherd" userId="fac8d4dc-696b-49bc-8588-c92a9a1cd195" providerId="ADAL" clId="{1DA61E42-EAFC-5D76-8A89-7D2348EA8B7F}" dt="2026-08-11T22:41:57.208" v="3847" actId="20577"/>
        <pc:sldMkLst>
          <pc:docMk/>
          <pc:sldMk cId="3824491673" sldId="330"/>
        </pc:sldMkLst>
        <pc:spChg chg="mod">
          <ac:chgData name="Yancy Shepherd" userId="fac8d4dc-696b-49bc-8588-c92a9a1cd195" providerId="ADAL" clId="{1DA61E42-EAFC-5D76-8A89-7D2348EA8B7F}" dt="2026-08-11T22:41:57.208" v="3847" actId="20577"/>
          <ac:spMkLst>
            <pc:docMk/>
            <pc:sldMk cId="3824491673" sldId="330"/>
            <ac:spMk id="6" creationId="{6A4CDAB7-97DE-43EE-A415-F98364C5E2AD}"/>
          </ac:spMkLst>
        </pc:spChg>
        <pc:spChg chg="mod">
          <ac:chgData name="Yancy Shepherd" userId="fac8d4dc-696b-49bc-8588-c92a9a1cd195" providerId="ADAL" clId="{1DA61E42-EAFC-5D76-8A89-7D2348EA8B7F}" dt="2026-08-10T14:45:33.002" v="2470" actId="26606"/>
          <ac:spMkLst>
            <pc:docMk/>
            <pc:sldMk cId="3824491673" sldId="330"/>
            <ac:spMk id="8" creationId="{3537D4B7-B94D-4009-B52A-FABE12BB18F9}"/>
          </ac:spMkLst>
        </pc:spChg>
        <pc:spChg chg="mod">
          <ac:chgData name="Yancy Shepherd" userId="fac8d4dc-696b-49bc-8588-c92a9a1cd195" providerId="ADAL" clId="{1DA61E42-EAFC-5D76-8A89-7D2348EA8B7F}" dt="2026-08-10T14:53:16.574" v="2490" actId="26606"/>
          <ac:spMkLst>
            <pc:docMk/>
            <pc:sldMk cId="3824491673" sldId="330"/>
            <ac:spMk id="11" creationId="{24CEF1C4-E486-4421-A289-90E2F34A15F8}"/>
          </ac:spMkLst>
        </pc:spChg>
      </pc:sldChg>
      <pc:sldChg chg="modSp add mod">
        <pc:chgData name="Yancy Shepherd" userId="fac8d4dc-696b-49bc-8588-c92a9a1cd195" providerId="ADAL" clId="{1DA61E42-EAFC-5D76-8A89-7D2348EA8B7F}" dt="2026-08-10T14:53:16.574" v="2490" actId="26606"/>
        <pc:sldMkLst>
          <pc:docMk/>
          <pc:sldMk cId="3912607580" sldId="331"/>
        </pc:sldMkLst>
        <pc:spChg chg="mod">
          <ac:chgData name="Yancy Shepherd" userId="fac8d4dc-696b-49bc-8588-c92a9a1cd195" providerId="ADAL" clId="{1DA61E42-EAFC-5D76-8A89-7D2348EA8B7F}" dt="2026-08-10T14:53:16.574" v="2490" actId="26606"/>
          <ac:spMkLst>
            <pc:docMk/>
            <pc:sldMk cId="3912607580" sldId="331"/>
            <ac:spMk id="13" creationId="{DF475F3B-FEB7-4859-83E2-A2BADB4A1122}"/>
          </ac:spMkLst>
        </pc:spChg>
      </pc:sldChg>
      <pc:sldChg chg="modSp add mod">
        <pc:chgData name="Yancy Shepherd" userId="fac8d4dc-696b-49bc-8588-c92a9a1cd195" providerId="ADAL" clId="{1DA61E42-EAFC-5D76-8A89-7D2348EA8B7F}" dt="2026-08-10T20:17:23.602" v="3313" actId="20577"/>
        <pc:sldMkLst>
          <pc:docMk/>
          <pc:sldMk cId="520770243" sldId="332"/>
        </pc:sldMkLst>
        <pc:spChg chg="mod">
          <ac:chgData name="Yancy Shepherd" userId="fac8d4dc-696b-49bc-8588-c92a9a1cd195" providerId="ADAL" clId="{1DA61E42-EAFC-5D76-8A89-7D2348EA8B7F}" dt="2026-08-10T13:23:54.251" v="2451" actId="242"/>
          <ac:spMkLst>
            <pc:docMk/>
            <pc:sldMk cId="520770243" sldId="332"/>
            <ac:spMk id="5" creationId="{A748026B-4F5B-490E-8877-BFD9137A2782}"/>
          </ac:spMkLst>
        </pc:spChg>
        <pc:spChg chg="mod">
          <ac:chgData name="Yancy Shepherd" userId="fac8d4dc-696b-49bc-8588-c92a9a1cd195" providerId="ADAL" clId="{1DA61E42-EAFC-5D76-8A89-7D2348EA8B7F}" dt="2026-08-10T13:23:56.934" v="2452" actId="242"/>
          <ac:spMkLst>
            <pc:docMk/>
            <pc:sldMk cId="520770243" sldId="332"/>
            <ac:spMk id="7" creationId="{40AF5311-9756-413F-8E40-E3784CD1A631}"/>
          </ac:spMkLst>
        </pc:spChg>
        <pc:spChg chg="mod">
          <ac:chgData name="Yancy Shepherd" userId="fac8d4dc-696b-49bc-8588-c92a9a1cd195" providerId="ADAL" clId="{1DA61E42-EAFC-5D76-8A89-7D2348EA8B7F}" dt="2026-08-10T13:23:59.821" v="2453" actId="242"/>
          <ac:spMkLst>
            <pc:docMk/>
            <pc:sldMk cId="520770243" sldId="332"/>
            <ac:spMk id="9" creationId="{698069BB-18A6-41D6-9E1B-5B054FAD6E9C}"/>
          </ac:spMkLst>
        </pc:spChg>
        <pc:spChg chg="mod">
          <ac:chgData name="Yancy Shepherd" userId="fac8d4dc-696b-49bc-8588-c92a9a1cd195" providerId="ADAL" clId="{1DA61E42-EAFC-5D76-8A89-7D2348EA8B7F}" dt="2026-08-10T20:17:23.602" v="3313" actId="20577"/>
          <ac:spMkLst>
            <pc:docMk/>
            <pc:sldMk cId="520770243" sldId="332"/>
            <ac:spMk id="10" creationId="{262472C2-7BDE-4E1B-AE7E-A30546887013}"/>
          </ac:spMkLst>
        </pc:spChg>
        <pc:spChg chg="mod">
          <ac:chgData name="Yancy Shepherd" userId="fac8d4dc-696b-49bc-8588-c92a9a1cd195" providerId="ADAL" clId="{1DA61E42-EAFC-5D76-8A89-7D2348EA8B7F}" dt="2026-08-10T14:53:16.574" v="2490" actId="26606"/>
          <ac:spMkLst>
            <pc:docMk/>
            <pc:sldMk cId="520770243" sldId="332"/>
            <ac:spMk id="13" creationId="{DF475F3B-FEB7-4859-83E2-A2BADB4A1122}"/>
          </ac:spMkLst>
        </pc:spChg>
      </pc:sldChg>
      <pc:sldChg chg="delSp modSp add mod">
        <pc:chgData name="Yancy Shepherd" userId="fac8d4dc-696b-49bc-8588-c92a9a1cd195" providerId="ADAL" clId="{1DA61E42-EAFC-5D76-8A89-7D2348EA8B7F}" dt="2026-08-10T14:53:16.574" v="2490" actId="26606"/>
        <pc:sldMkLst>
          <pc:docMk/>
          <pc:sldMk cId="1823981261" sldId="333"/>
        </pc:sldMkLst>
        <pc:spChg chg="mod">
          <ac:chgData name="Yancy Shepherd" userId="fac8d4dc-696b-49bc-8588-c92a9a1cd195" providerId="ADAL" clId="{1DA61E42-EAFC-5D76-8A89-7D2348EA8B7F}" dt="2026-08-10T14:45:33.002" v="2470" actId="26606"/>
          <ac:spMkLst>
            <pc:docMk/>
            <pc:sldMk cId="1823981261" sldId="333"/>
            <ac:spMk id="6" creationId="{6A4CDAB7-97DE-43EE-A415-F98364C5E2AD}"/>
          </ac:spMkLst>
        </pc:spChg>
        <pc:spChg chg="mod">
          <ac:chgData name="Yancy Shepherd" userId="fac8d4dc-696b-49bc-8588-c92a9a1cd195" providerId="ADAL" clId="{1DA61E42-EAFC-5D76-8A89-7D2348EA8B7F}" dt="2026-08-10T14:45:33.002" v="2470" actId="26606"/>
          <ac:spMkLst>
            <pc:docMk/>
            <pc:sldMk cId="1823981261" sldId="333"/>
            <ac:spMk id="8" creationId="{3537D4B7-B94D-4009-B52A-FABE12BB18F9}"/>
          </ac:spMkLst>
        </pc:spChg>
        <pc:spChg chg="mod">
          <ac:chgData name="Yancy Shepherd" userId="fac8d4dc-696b-49bc-8588-c92a9a1cd195" providerId="ADAL" clId="{1DA61E42-EAFC-5D76-8A89-7D2348EA8B7F}" dt="2026-08-10T14:53:16.574" v="2490" actId="26606"/>
          <ac:spMkLst>
            <pc:docMk/>
            <pc:sldMk cId="1823981261" sldId="333"/>
            <ac:spMk id="11" creationId="{24CEF1C4-E486-4421-A289-90E2F34A15F8}"/>
          </ac:spMkLst>
        </pc:spChg>
      </pc:sldChg>
      <pc:sldChg chg="modSp add mod">
        <pc:chgData name="Yancy Shepherd" userId="fac8d4dc-696b-49bc-8588-c92a9a1cd195" providerId="ADAL" clId="{1DA61E42-EAFC-5D76-8A89-7D2348EA8B7F}" dt="2026-08-10T14:53:16.574" v="2490" actId="26606"/>
        <pc:sldMkLst>
          <pc:docMk/>
          <pc:sldMk cId="165885665" sldId="334"/>
        </pc:sldMkLst>
        <pc:spChg chg="mod">
          <ac:chgData name="Yancy Shepherd" userId="fac8d4dc-696b-49bc-8588-c92a9a1cd195" providerId="ADAL" clId="{1DA61E42-EAFC-5D76-8A89-7D2348EA8B7F}" dt="2026-08-10T14:53:16.574" v="2490" actId="26606"/>
          <ac:spMkLst>
            <pc:docMk/>
            <pc:sldMk cId="165885665" sldId="334"/>
            <ac:spMk id="23" creationId="{19D20C40-B292-F676-C077-14501E89A989}"/>
          </ac:spMkLst>
        </pc:spChg>
      </pc:sldChg>
      <pc:sldChg chg="modSp add mod">
        <pc:chgData name="Yancy Shepherd" userId="fac8d4dc-696b-49bc-8588-c92a9a1cd195" providerId="ADAL" clId="{1DA61E42-EAFC-5D76-8A89-7D2348EA8B7F}" dt="2026-08-11T22:46:26.848" v="3881" actId="20577"/>
        <pc:sldMkLst>
          <pc:docMk/>
          <pc:sldMk cId="485044566" sldId="335"/>
        </pc:sldMkLst>
        <pc:spChg chg="mod">
          <ac:chgData name="Yancy Shepherd" userId="fac8d4dc-696b-49bc-8588-c92a9a1cd195" providerId="ADAL" clId="{1DA61E42-EAFC-5D76-8A89-7D2348EA8B7F}" dt="2026-08-11T22:46:26.848" v="3881" actId="20577"/>
          <ac:spMkLst>
            <pc:docMk/>
            <pc:sldMk cId="485044566" sldId="335"/>
            <ac:spMk id="13" creationId="{3B0467DD-4354-4E8B-AEED-45045897B962}"/>
          </ac:spMkLst>
        </pc:spChg>
      </pc:sldChg>
      <pc:sldChg chg="modSp add mod">
        <pc:chgData name="Yancy Shepherd" userId="fac8d4dc-696b-49bc-8588-c92a9a1cd195" providerId="ADAL" clId="{1DA61E42-EAFC-5D76-8A89-7D2348EA8B7F}" dt="2026-08-11T22:46:31.821" v="3883" actId="20577"/>
        <pc:sldMkLst>
          <pc:docMk/>
          <pc:sldMk cId="2100836794" sldId="336"/>
        </pc:sldMkLst>
        <pc:spChg chg="mod">
          <ac:chgData name="Yancy Shepherd" userId="fac8d4dc-696b-49bc-8588-c92a9a1cd195" providerId="ADAL" clId="{1DA61E42-EAFC-5D76-8A89-7D2348EA8B7F}" dt="2026-08-11T22:46:31.821" v="3883" actId="20577"/>
          <ac:spMkLst>
            <pc:docMk/>
            <pc:sldMk cId="2100836794" sldId="336"/>
            <ac:spMk id="13" creationId="{28F37625-FDEE-B7DC-81B5-263F71D6D9C3}"/>
          </ac:spMkLst>
        </pc:spChg>
      </pc:sldChg>
      <pc:sldChg chg="addSp delSp modSp add mod delAnim modAnim">
        <pc:chgData name="Yancy Shepherd" userId="fac8d4dc-696b-49bc-8588-c92a9a1cd195" providerId="ADAL" clId="{1DA61E42-EAFC-5D76-8A89-7D2348EA8B7F}" dt="2026-08-11T22:46:43.450" v="3885" actId="20577"/>
        <pc:sldMkLst>
          <pc:docMk/>
          <pc:sldMk cId="2721114332" sldId="338"/>
        </pc:sldMkLst>
        <pc:spChg chg="mod">
          <ac:chgData name="Yancy Shepherd" userId="fac8d4dc-696b-49bc-8588-c92a9a1cd195" providerId="ADAL" clId="{1DA61E42-EAFC-5D76-8A89-7D2348EA8B7F}" dt="2026-08-10T18:24:27.892" v="2924" actId="1035"/>
          <ac:spMkLst>
            <pc:docMk/>
            <pc:sldMk cId="2721114332" sldId="338"/>
            <ac:spMk id="7" creationId="{5291987A-06B2-4B2B-A9BD-3CADF48C3E34}"/>
          </ac:spMkLst>
        </pc:spChg>
        <pc:spChg chg="mod">
          <ac:chgData name="Yancy Shepherd" userId="fac8d4dc-696b-49bc-8588-c92a9a1cd195" providerId="ADAL" clId="{1DA61E42-EAFC-5D76-8A89-7D2348EA8B7F}" dt="2026-08-10T18:23:35.231" v="2901" actId="14100"/>
          <ac:spMkLst>
            <pc:docMk/>
            <pc:sldMk cId="2721114332" sldId="338"/>
            <ac:spMk id="8" creationId="{DCFEA5D1-D4F8-4722-9FD7-137B42B71E0C}"/>
          </ac:spMkLst>
        </pc:spChg>
        <pc:spChg chg="mod">
          <ac:chgData name="Yancy Shepherd" userId="fac8d4dc-696b-49bc-8588-c92a9a1cd195" providerId="ADAL" clId="{1DA61E42-EAFC-5D76-8A89-7D2348EA8B7F}" dt="2026-08-10T18:23:35.231" v="2901" actId="14100"/>
          <ac:spMkLst>
            <pc:docMk/>
            <pc:sldMk cId="2721114332" sldId="338"/>
            <ac:spMk id="9" creationId="{85DA417C-81AB-4CCE-A67F-C51A9771EF1B}"/>
          </ac:spMkLst>
        </pc:spChg>
        <pc:spChg chg="mod">
          <ac:chgData name="Yancy Shepherd" userId="fac8d4dc-696b-49bc-8588-c92a9a1cd195" providerId="ADAL" clId="{1DA61E42-EAFC-5D76-8A89-7D2348EA8B7F}" dt="2026-08-11T22:46:43.450" v="3885" actId="20577"/>
          <ac:spMkLst>
            <pc:docMk/>
            <pc:sldMk cId="2721114332" sldId="338"/>
            <ac:spMk id="13" creationId="{3B0467DD-4354-4E8B-AEED-45045897B962}"/>
          </ac:spMkLst>
        </pc:spChg>
        <pc:spChg chg="add mod">
          <ac:chgData name="Yancy Shepherd" userId="fac8d4dc-696b-49bc-8588-c92a9a1cd195" providerId="ADAL" clId="{1DA61E42-EAFC-5D76-8A89-7D2348EA8B7F}" dt="2026-08-10T17:46:38.904" v="2791" actId="2085"/>
          <ac:spMkLst>
            <pc:docMk/>
            <pc:sldMk cId="2721114332" sldId="338"/>
            <ac:spMk id="18" creationId="{C657A52A-E572-1927-D646-56953D51E335}"/>
          </ac:spMkLst>
        </pc:spChg>
        <pc:spChg chg="add mod">
          <ac:chgData name="Yancy Shepherd" userId="fac8d4dc-696b-49bc-8588-c92a9a1cd195" providerId="ADAL" clId="{1DA61E42-EAFC-5D76-8A89-7D2348EA8B7F}" dt="2026-08-10T17:55:06.970" v="2825" actId="208"/>
          <ac:spMkLst>
            <pc:docMk/>
            <pc:sldMk cId="2721114332" sldId="338"/>
            <ac:spMk id="19" creationId="{2B43C36A-14CD-D07F-B31C-9913399DC0DE}"/>
          </ac:spMkLst>
        </pc:spChg>
        <pc:spChg chg="add mod">
          <ac:chgData name="Yancy Shepherd" userId="fac8d4dc-696b-49bc-8588-c92a9a1cd195" providerId="ADAL" clId="{1DA61E42-EAFC-5D76-8A89-7D2348EA8B7F}" dt="2026-08-10T17:55:06.970" v="2825" actId="208"/>
          <ac:spMkLst>
            <pc:docMk/>
            <pc:sldMk cId="2721114332" sldId="338"/>
            <ac:spMk id="21" creationId="{1A573260-19E0-C5E1-3E84-7F1EFC9950AB}"/>
          </ac:spMkLst>
        </pc:spChg>
        <pc:spChg chg="add mod">
          <ac:chgData name="Yancy Shepherd" userId="fac8d4dc-696b-49bc-8588-c92a9a1cd195" providerId="ADAL" clId="{1DA61E42-EAFC-5D76-8A89-7D2348EA8B7F}" dt="2026-08-10T17:56:20.934" v="2828"/>
          <ac:spMkLst>
            <pc:docMk/>
            <pc:sldMk cId="2721114332" sldId="338"/>
            <ac:spMk id="23" creationId="{8068551D-1864-5F26-C8EB-7A673F12CF57}"/>
          </ac:spMkLst>
        </pc:spChg>
        <pc:spChg chg="add mod">
          <ac:chgData name="Yancy Shepherd" userId="fac8d4dc-696b-49bc-8588-c92a9a1cd195" providerId="ADAL" clId="{1DA61E42-EAFC-5D76-8A89-7D2348EA8B7F}" dt="2026-08-10T17:56:46.999" v="2832" actId="1076"/>
          <ac:spMkLst>
            <pc:docMk/>
            <pc:sldMk cId="2721114332" sldId="338"/>
            <ac:spMk id="24" creationId="{977C9F40-8E36-CB7B-51F8-3B863E340F07}"/>
          </ac:spMkLst>
        </pc:spChg>
        <pc:grpChg chg="add">
          <ac:chgData name="Yancy Shepherd" userId="fac8d4dc-696b-49bc-8588-c92a9a1cd195" providerId="ADAL" clId="{1DA61E42-EAFC-5D76-8A89-7D2348EA8B7F}" dt="2026-08-10T17:53:56.731" v="2823" actId="164"/>
          <ac:grpSpMkLst>
            <pc:docMk/>
            <pc:sldMk cId="2721114332" sldId="338"/>
            <ac:grpSpMk id="22" creationId="{179F441F-0015-77EE-3483-F96BA15349F7}"/>
          </ac:grpSpMkLst>
        </pc:grpChg>
        <pc:picChg chg="mod modCrop">
          <ac:chgData name="Yancy Shepherd" userId="fac8d4dc-696b-49bc-8588-c92a9a1cd195" providerId="ADAL" clId="{1DA61E42-EAFC-5D76-8A89-7D2348EA8B7F}" dt="2026-08-10T18:24:09.058" v="2912" actId="14100"/>
          <ac:picMkLst>
            <pc:docMk/>
            <pc:sldMk cId="2721114332" sldId="338"/>
            <ac:picMk id="25" creationId="{00000000-0000-0000-0000-000000000000}"/>
          </ac:picMkLst>
        </pc:picChg>
        <pc:picChg chg="add del mod">
          <ac:chgData name="Yancy Shepherd" userId="fac8d4dc-696b-49bc-8588-c92a9a1cd195" providerId="ADAL" clId="{1DA61E42-EAFC-5D76-8A89-7D2348EA8B7F}" dt="2026-08-10T17:46:48.626" v="2795" actId="478"/>
          <ac:picMkLst>
            <pc:docMk/>
            <pc:sldMk cId="2721114332" sldId="338"/>
            <ac:picMk id="26" creationId="{00000000-0000-0000-0000-000000000000}"/>
          </ac:picMkLst>
        </pc:picChg>
      </pc:sldChg>
      <pc:sldChg chg="addSp delSp modSp add mod">
        <pc:chgData name="Yancy Shepherd" userId="fac8d4dc-696b-49bc-8588-c92a9a1cd195" providerId="ADAL" clId="{1DA61E42-EAFC-5D76-8A89-7D2348EA8B7F}" dt="2026-08-11T22:46:50.824" v="3887" actId="20577"/>
        <pc:sldMkLst>
          <pc:docMk/>
          <pc:sldMk cId="4266420762" sldId="339"/>
        </pc:sldMkLst>
        <pc:spChg chg="mod">
          <ac:chgData name="Yancy Shepherd" userId="fac8d4dc-696b-49bc-8588-c92a9a1cd195" providerId="ADAL" clId="{1DA61E42-EAFC-5D76-8A89-7D2348EA8B7F}" dt="2026-08-10T17:05:35.920" v="2510" actId="20577"/>
          <ac:spMkLst>
            <pc:docMk/>
            <pc:sldMk cId="4266420762" sldId="339"/>
            <ac:spMk id="11" creationId="{C61C47D1-4363-4899-B313-CFB325FDA869}"/>
          </ac:spMkLst>
        </pc:spChg>
        <pc:spChg chg="mod">
          <ac:chgData name="Yancy Shepherd" userId="fac8d4dc-696b-49bc-8588-c92a9a1cd195" providerId="ADAL" clId="{1DA61E42-EAFC-5D76-8A89-7D2348EA8B7F}" dt="2026-08-10T17:14:33.674" v="2596" actId="14100"/>
          <ac:spMkLst>
            <pc:docMk/>
            <pc:sldMk cId="4266420762" sldId="339"/>
            <ac:spMk id="13" creationId="{58B03D2A-94E5-4A11-9F98-47991E5A3AB8}"/>
          </ac:spMkLst>
        </pc:spChg>
        <pc:spChg chg="mod">
          <ac:chgData name="Yancy Shepherd" userId="fac8d4dc-696b-49bc-8588-c92a9a1cd195" providerId="ADAL" clId="{1DA61E42-EAFC-5D76-8A89-7D2348EA8B7F}" dt="2026-08-10T17:14:16.428" v="2593" actId="14100"/>
          <ac:spMkLst>
            <pc:docMk/>
            <pc:sldMk cId="4266420762" sldId="339"/>
            <ac:spMk id="14" creationId="{04533ECA-B682-4F14-B3F6-E45C87C7284A}"/>
          </ac:spMkLst>
        </pc:spChg>
        <pc:spChg chg="mod">
          <ac:chgData name="Yancy Shepherd" userId="fac8d4dc-696b-49bc-8588-c92a9a1cd195" providerId="ADAL" clId="{1DA61E42-EAFC-5D76-8A89-7D2348EA8B7F}" dt="2026-08-10T17:14:13.308" v="2592" actId="14100"/>
          <ac:spMkLst>
            <pc:docMk/>
            <pc:sldMk cId="4266420762" sldId="339"/>
            <ac:spMk id="15" creationId="{5F5199F3-FE02-49E2-AE4C-B3053863A123}"/>
          </ac:spMkLst>
        </pc:spChg>
        <pc:spChg chg="mod">
          <ac:chgData name="Yancy Shepherd" userId="fac8d4dc-696b-49bc-8588-c92a9a1cd195" providerId="ADAL" clId="{1DA61E42-EAFC-5D76-8A89-7D2348EA8B7F}" dt="2026-08-11T22:46:50.824" v="3887" actId="20577"/>
          <ac:spMkLst>
            <pc:docMk/>
            <pc:sldMk cId="4266420762" sldId="339"/>
            <ac:spMk id="16" creationId="{35EDC942-E145-4EB1-B40C-4FBED9CA8D1B}"/>
          </ac:spMkLst>
        </pc:spChg>
        <pc:spChg chg="add mod">
          <ac:chgData name="Yancy Shepherd" userId="fac8d4dc-696b-49bc-8588-c92a9a1cd195" providerId="ADAL" clId="{1DA61E42-EAFC-5D76-8A89-7D2348EA8B7F}" dt="2026-08-10T20:19:40.857" v="3329" actId="27636"/>
          <ac:spMkLst>
            <pc:docMk/>
            <pc:sldMk cId="4266420762" sldId="339"/>
            <ac:spMk id="18" creationId="{45ED1B80-EDFE-B253-4CE0-018EC8D9FD4D}"/>
          </ac:spMkLst>
        </pc:spChg>
        <pc:picChg chg="add mod">
          <ac:chgData name="Yancy Shepherd" userId="fac8d4dc-696b-49bc-8588-c92a9a1cd195" providerId="ADAL" clId="{1DA61E42-EAFC-5D76-8A89-7D2348EA8B7F}" dt="2026-08-10T17:14:20.042" v="2594" actId="1076"/>
          <ac:picMkLst>
            <pc:docMk/>
            <pc:sldMk cId="4266420762" sldId="339"/>
            <ac:picMk id="4" creationId="{AAE2D65B-606F-E753-F523-47B035C073FD}"/>
          </ac:picMkLst>
        </pc:picChg>
      </pc:sldChg>
      <pc:sldChg chg="delSp modSp add mod">
        <pc:chgData name="Yancy Shepherd" userId="fac8d4dc-696b-49bc-8588-c92a9a1cd195" providerId="ADAL" clId="{1DA61E42-EAFC-5D76-8A89-7D2348EA8B7F}" dt="2026-08-11T22:47:27.691" v="3897" actId="20577"/>
        <pc:sldMkLst>
          <pc:docMk/>
          <pc:sldMk cId="4234929326" sldId="340"/>
        </pc:sldMkLst>
        <pc:spChg chg="mod">
          <ac:chgData name="Yancy Shepherd" userId="fac8d4dc-696b-49bc-8588-c92a9a1cd195" providerId="ADAL" clId="{1DA61E42-EAFC-5D76-8A89-7D2348EA8B7F}" dt="2026-08-10T14:45:33.002" v="2470" actId="26606"/>
          <ac:spMkLst>
            <pc:docMk/>
            <pc:sldMk cId="4234929326" sldId="340"/>
            <ac:spMk id="6" creationId="{6A0AEA1E-B384-4408-AD59-6BF55DDF573F}"/>
          </ac:spMkLst>
        </pc:spChg>
        <pc:spChg chg="mod">
          <ac:chgData name="Yancy Shepherd" userId="fac8d4dc-696b-49bc-8588-c92a9a1cd195" providerId="ADAL" clId="{1DA61E42-EAFC-5D76-8A89-7D2348EA8B7F}" dt="2026-08-10T18:30:53.541" v="2992" actId="207"/>
          <ac:spMkLst>
            <pc:docMk/>
            <pc:sldMk cId="4234929326" sldId="340"/>
            <ac:spMk id="7" creationId="{40507D30-864F-4BBF-9905-D504747D3C9F}"/>
          </ac:spMkLst>
        </pc:spChg>
        <pc:spChg chg="mod">
          <ac:chgData name="Yancy Shepherd" userId="fac8d4dc-696b-49bc-8588-c92a9a1cd195" providerId="ADAL" clId="{1DA61E42-EAFC-5D76-8A89-7D2348EA8B7F}" dt="2026-08-10T18:34:15.299" v="3029" actId="1076"/>
          <ac:spMkLst>
            <pc:docMk/>
            <pc:sldMk cId="4234929326" sldId="340"/>
            <ac:spMk id="9" creationId="{03C29BA0-F2E3-4BA7-8F35-62E24FA9258D}"/>
          </ac:spMkLst>
        </pc:spChg>
        <pc:spChg chg="mod">
          <ac:chgData name="Yancy Shepherd" userId="fac8d4dc-696b-49bc-8588-c92a9a1cd195" providerId="ADAL" clId="{1DA61E42-EAFC-5D76-8A89-7D2348EA8B7F}" dt="2026-08-10T18:34:04.212" v="3025" actId="14100"/>
          <ac:spMkLst>
            <pc:docMk/>
            <pc:sldMk cId="4234929326" sldId="340"/>
            <ac:spMk id="10" creationId="{8CD27EA7-3633-441A-94CB-DB23ED9033D9}"/>
          </ac:spMkLst>
        </pc:spChg>
        <pc:spChg chg="mod">
          <ac:chgData name="Yancy Shepherd" userId="fac8d4dc-696b-49bc-8588-c92a9a1cd195" providerId="ADAL" clId="{1DA61E42-EAFC-5D76-8A89-7D2348EA8B7F}" dt="2026-08-11T22:47:27.691" v="3897" actId="20577"/>
          <ac:spMkLst>
            <pc:docMk/>
            <pc:sldMk cId="4234929326" sldId="340"/>
            <ac:spMk id="11" creationId="{E48BCAE5-52F4-427E-B8CC-52C9AA96BD81}"/>
          </ac:spMkLst>
        </pc:spChg>
        <pc:picChg chg="mod">
          <ac:chgData name="Yancy Shepherd" userId="fac8d4dc-696b-49bc-8588-c92a9a1cd195" providerId="ADAL" clId="{1DA61E42-EAFC-5D76-8A89-7D2348EA8B7F}" dt="2026-08-10T18:33:57.223" v="3023" actId="1076"/>
          <ac:picMkLst>
            <pc:docMk/>
            <pc:sldMk cId="4234929326" sldId="340"/>
            <ac:picMk id="12" creationId="{0FF7A0F3-68D2-3F8F-7299-99543AE1F42A}"/>
          </ac:picMkLst>
        </pc:picChg>
      </pc:sldChg>
      <pc:sldChg chg="addSp delSp modSp add mod ord">
        <pc:chgData name="Yancy Shepherd" userId="fac8d4dc-696b-49bc-8588-c92a9a1cd195" providerId="ADAL" clId="{1DA61E42-EAFC-5D76-8A89-7D2348EA8B7F}" dt="2026-08-11T22:47:20.831" v="3895" actId="20577"/>
        <pc:sldMkLst>
          <pc:docMk/>
          <pc:sldMk cId="1067233138" sldId="341"/>
        </pc:sldMkLst>
        <pc:spChg chg="mod">
          <ac:chgData name="Yancy Shepherd" userId="fac8d4dc-696b-49bc-8588-c92a9a1cd195" providerId="ADAL" clId="{1DA61E42-EAFC-5D76-8A89-7D2348EA8B7F}" dt="2026-08-10T18:52:41.777" v="3125" actId="113"/>
          <ac:spMkLst>
            <pc:docMk/>
            <pc:sldMk cId="1067233138" sldId="341"/>
            <ac:spMk id="2" creationId="{B252D96C-F1EF-488D-B4E0-95AFDBF71C30}"/>
          </ac:spMkLst>
        </pc:spChg>
        <pc:spChg chg="mod">
          <ac:chgData name="Yancy Shepherd" userId="fac8d4dc-696b-49bc-8588-c92a9a1cd195" providerId="ADAL" clId="{1DA61E42-EAFC-5D76-8A89-7D2348EA8B7F}" dt="2026-08-10T18:53:21.112" v="3129" actId="21"/>
          <ac:spMkLst>
            <pc:docMk/>
            <pc:sldMk cId="1067233138" sldId="341"/>
            <ac:spMk id="5" creationId="{06548781-D988-4418-BE69-278DF55F5A7D}"/>
          </ac:spMkLst>
        </pc:spChg>
        <pc:spChg chg="mod">
          <ac:chgData name="Yancy Shepherd" userId="fac8d4dc-696b-49bc-8588-c92a9a1cd195" providerId="ADAL" clId="{1DA61E42-EAFC-5D76-8A89-7D2348EA8B7F}" dt="2026-08-10T18:53:46.812" v="3144" actId="14100"/>
          <ac:spMkLst>
            <pc:docMk/>
            <pc:sldMk cId="1067233138" sldId="341"/>
            <ac:spMk id="6" creationId="{6A0AEA1E-B384-4408-AD59-6BF55DDF573F}"/>
          </ac:spMkLst>
        </pc:spChg>
        <pc:spChg chg="mod">
          <ac:chgData name="Yancy Shepherd" userId="fac8d4dc-696b-49bc-8588-c92a9a1cd195" providerId="ADAL" clId="{1DA61E42-EAFC-5D76-8A89-7D2348EA8B7F}" dt="2026-08-10T18:54:39.896" v="3170" actId="27636"/>
          <ac:spMkLst>
            <pc:docMk/>
            <pc:sldMk cId="1067233138" sldId="341"/>
            <ac:spMk id="7" creationId="{40507D30-864F-4BBF-9905-D504747D3C9F}"/>
          </ac:spMkLst>
        </pc:spChg>
        <pc:spChg chg="mod">
          <ac:chgData name="Yancy Shepherd" userId="fac8d4dc-696b-49bc-8588-c92a9a1cd195" providerId="ADAL" clId="{1DA61E42-EAFC-5D76-8A89-7D2348EA8B7F}" dt="2026-08-10T18:32:48.998" v="2998" actId="21"/>
          <ac:spMkLst>
            <pc:docMk/>
            <pc:sldMk cId="1067233138" sldId="341"/>
            <ac:spMk id="8" creationId="{3A779A62-5B24-4D18-895D-E9C27A922A8F}"/>
          </ac:spMkLst>
        </pc:spChg>
        <pc:spChg chg="mod">
          <ac:chgData name="Yancy Shepherd" userId="fac8d4dc-696b-49bc-8588-c92a9a1cd195" providerId="ADAL" clId="{1DA61E42-EAFC-5D76-8A89-7D2348EA8B7F}" dt="2026-08-10T18:47:14.601" v="3113" actId="1076"/>
          <ac:spMkLst>
            <pc:docMk/>
            <pc:sldMk cId="1067233138" sldId="341"/>
            <ac:spMk id="9" creationId="{03C29BA0-F2E3-4BA7-8F35-62E24FA9258D}"/>
          </ac:spMkLst>
        </pc:spChg>
        <pc:spChg chg="mod">
          <ac:chgData name="Yancy Shepherd" userId="fac8d4dc-696b-49bc-8588-c92a9a1cd195" providerId="ADAL" clId="{1DA61E42-EAFC-5D76-8A89-7D2348EA8B7F}" dt="2026-08-10T18:47:14.601" v="3113" actId="1076"/>
          <ac:spMkLst>
            <pc:docMk/>
            <pc:sldMk cId="1067233138" sldId="341"/>
            <ac:spMk id="10" creationId="{8CD27EA7-3633-441A-94CB-DB23ED9033D9}"/>
          </ac:spMkLst>
        </pc:spChg>
        <pc:spChg chg="mod">
          <ac:chgData name="Yancy Shepherd" userId="fac8d4dc-696b-49bc-8588-c92a9a1cd195" providerId="ADAL" clId="{1DA61E42-EAFC-5D76-8A89-7D2348EA8B7F}" dt="2026-08-11T22:47:20.831" v="3895" actId="20577"/>
          <ac:spMkLst>
            <pc:docMk/>
            <pc:sldMk cId="1067233138" sldId="341"/>
            <ac:spMk id="11" creationId="{E48BCAE5-52F4-427E-B8CC-52C9AA96BD81}"/>
          </ac:spMkLst>
        </pc:spChg>
        <pc:picChg chg="add del mod">
          <ac:chgData name="Yancy Shepherd" userId="fac8d4dc-696b-49bc-8588-c92a9a1cd195" providerId="ADAL" clId="{1DA61E42-EAFC-5D76-8A89-7D2348EA8B7F}" dt="2026-08-10T18:56:39.041" v="3177" actId="478"/>
          <ac:picMkLst>
            <pc:docMk/>
            <pc:sldMk cId="1067233138" sldId="341"/>
            <ac:picMk id="12" creationId="{012D49BA-F621-05DA-66A2-53253A1DBCA7}"/>
          </ac:picMkLst>
        </pc:picChg>
      </pc:sldChg>
      <pc:sldChg chg="delSp modSp add mod">
        <pc:chgData name="Yancy Shepherd" userId="fac8d4dc-696b-49bc-8588-c92a9a1cd195" providerId="ADAL" clId="{1DA61E42-EAFC-5D76-8A89-7D2348EA8B7F}" dt="2026-08-11T22:47:02.395" v="3889" actId="20577"/>
        <pc:sldMkLst>
          <pc:docMk/>
          <pc:sldMk cId="3200072006" sldId="342"/>
        </pc:sldMkLst>
        <pc:spChg chg="mod">
          <ac:chgData name="Yancy Shepherd" userId="fac8d4dc-696b-49bc-8588-c92a9a1cd195" providerId="ADAL" clId="{1DA61E42-EAFC-5D76-8A89-7D2348EA8B7F}" dt="2026-08-10T16:26:08.231" v="2497" actId="1076"/>
          <ac:spMkLst>
            <pc:docMk/>
            <pc:sldMk cId="3200072006" sldId="342"/>
            <ac:spMk id="5" creationId="{E6924039-9BD8-4CB9-95F5-E8E038D5FCCE}"/>
          </ac:spMkLst>
        </pc:spChg>
        <pc:spChg chg="mod">
          <ac:chgData name="Yancy Shepherd" userId="fac8d4dc-696b-49bc-8588-c92a9a1cd195" providerId="ADAL" clId="{1DA61E42-EAFC-5D76-8A89-7D2348EA8B7F}" dt="2026-08-10T16:26:08.231" v="2497" actId="1076"/>
          <ac:spMkLst>
            <pc:docMk/>
            <pc:sldMk cId="3200072006" sldId="342"/>
            <ac:spMk id="6" creationId="{6A4CDAB7-97DE-43EE-A415-F98364C5E2AD}"/>
          </ac:spMkLst>
        </pc:spChg>
        <pc:spChg chg="mod">
          <ac:chgData name="Yancy Shepherd" userId="fac8d4dc-696b-49bc-8588-c92a9a1cd195" providerId="ADAL" clId="{1DA61E42-EAFC-5D76-8A89-7D2348EA8B7F}" dt="2026-08-10T19:09:16.363" v="3294" actId="26606"/>
          <ac:spMkLst>
            <pc:docMk/>
            <pc:sldMk cId="3200072006" sldId="342"/>
            <ac:spMk id="7" creationId="{7E466B37-97CF-4A2F-9814-F9ECFF3D5F15}"/>
          </ac:spMkLst>
        </pc:spChg>
        <pc:spChg chg="mod">
          <ac:chgData name="Yancy Shepherd" userId="fac8d4dc-696b-49bc-8588-c92a9a1cd195" providerId="ADAL" clId="{1DA61E42-EAFC-5D76-8A89-7D2348EA8B7F}" dt="2026-08-10T19:09:16.418" v="3295" actId="27636"/>
          <ac:spMkLst>
            <pc:docMk/>
            <pc:sldMk cId="3200072006" sldId="342"/>
            <ac:spMk id="8" creationId="{3537D4B7-B94D-4009-B52A-FABE12BB18F9}"/>
          </ac:spMkLst>
        </pc:spChg>
        <pc:spChg chg="mod">
          <ac:chgData name="Yancy Shepherd" userId="fac8d4dc-696b-49bc-8588-c92a9a1cd195" providerId="ADAL" clId="{1DA61E42-EAFC-5D76-8A89-7D2348EA8B7F}" dt="2026-08-10T19:09:16.363" v="3294" actId="26606"/>
          <ac:spMkLst>
            <pc:docMk/>
            <pc:sldMk cId="3200072006" sldId="342"/>
            <ac:spMk id="10" creationId="{1EB870BA-1DAD-4F47-9241-410A242E742D}"/>
          </ac:spMkLst>
        </pc:spChg>
        <pc:spChg chg="mod">
          <ac:chgData name="Yancy Shepherd" userId="fac8d4dc-696b-49bc-8588-c92a9a1cd195" providerId="ADAL" clId="{1DA61E42-EAFC-5D76-8A89-7D2348EA8B7F}" dt="2026-08-11T22:47:02.395" v="3889" actId="20577"/>
          <ac:spMkLst>
            <pc:docMk/>
            <pc:sldMk cId="3200072006" sldId="342"/>
            <ac:spMk id="11" creationId="{24CEF1C4-E486-4421-A289-90E2F34A15F8}"/>
          </ac:spMkLst>
        </pc:spChg>
        <pc:picChg chg="mod">
          <ac:chgData name="Yancy Shepherd" userId="fac8d4dc-696b-49bc-8588-c92a9a1cd195" providerId="ADAL" clId="{1DA61E42-EAFC-5D76-8A89-7D2348EA8B7F}" dt="2026-08-10T19:09:16.363" v="3294" actId="26606"/>
          <ac:picMkLst>
            <pc:docMk/>
            <pc:sldMk cId="3200072006" sldId="342"/>
            <ac:picMk id="16" creationId="{00000000-0000-0000-0000-000000000000}"/>
          </ac:picMkLst>
        </pc:picChg>
      </pc:sldChg>
      <pc:sldChg chg="modSp add mod ord">
        <pc:chgData name="Yancy Shepherd" userId="fac8d4dc-696b-49bc-8588-c92a9a1cd195" providerId="ADAL" clId="{1DA61E42-EAFC-5D76-8A89-7D2348EA8B7F}" dt="2026-08-11T22:45:12.592" v="3873" actId="20577"/>
        <pc:sldMkLst>
          <pc:docMk/>
          <pc:sldMk cId="2886216115" sldId="343"/>
        </pc:sldMkLst>
        <pc:spChg chg="mod">
          <ac:chgData name="Yancy Shepherd" userId="fac8d4dc-696b-49bc-8588-c92a9a1cd195" providerId="ADAL" clId="{1DA61E42-EAFC-5D76-8A89-7D2348EA8B7F}" dt="2026-08-11T22:45:12.592" v="3873" actId="20577"/>
          <ac:spMkLst>
            <pc:docMk/>
            <pc:sldMk cId="2886216115" sldId="343"/>
            <ac:spMk id="18" creationId="{5CE4E100-CA2C-4644-B8D9-2899FE75EC2D}"/>
          </ac:spMkLst>
        </pc:spChg>
      </pc:sldChg>
      <pc:sldChg chg="modSp add mod ord">
        <pc:chgData name="Yancy Shepherd" userId="fac8d4dc-696b-49bc-8588-c92a9a1cd195" providerId="ADAL" clId="{1DA61E42-EAFC-5D76-8A89-7D2348EA8B7F}" dt="2026-08-11T22:45:25.093" v="3875" actId="20577"/>
        <pc:sldMkLst>
          <pc:docMk/>
          <pc:sldMk cId="3035253048" sldId="344"/>
        </pc:sldMkLst>
        <pc:spChg chg="mod">
          <ac:chgData name="Yancy Shepherd" userId="fac8d4dc-696b-49bc-8588-c92a9a1cd195" providerId="ADAL" clId="{1DA61E42-EAFC-5D76-8A89-7D2348EA8B7F}" dt="2026-08-11T22:45:25.093" v="3875" actId="20577"/>
          <ac:spMkLst>
            <pc:docMk/>
            <pc:sldMk cId="3035253048" sldId="344"/>
            <ac:spMk id="34" creationId="{07D2D11A-9235-4861-A33A-3D820D6D705E}"/>
          </ac:spMkLst>
        </pc:spChg>
      </pc:sldChg>
      <pc:sldChg chg="delSp modSp add mod ord">
        <pc:chgData name="Yancy Shepherd" userId="fac8d4dc-696b-49bc-8588-c92a9a1cd195" providerId="ADAL" clId="{1DA61E42-EAFC-5D76-8A89-7D2348EA8B7F}" dt="2026-08-11T22:45:35.274" v="3877" actId="20577"/>
        <pc:sldMkLst>
          <pc:docMk/>
          <pc:sldMk cId="2829918146" sldId="345"/>
        </pc:sldMkLst>
        <pc:spChg chg="mod">
          <ac:chgData name="Yancy Shepherd" userId="fac8d4dc-696b-49bc-8588-c92a9a1cd195" providerId="ADAL" clId="{1DA61E42-EAFC-5D76-8A89-7D2348EA8B7F}" dt="2026-08-10T14:45:33.002" v="2470" actId="26606"/>
          <ac:spMkLst>
            <pc:docMk/>
            <pc:sldMk cId="2829918146" sldId="345"/>
            <ac:spMk id="6" creationId="{6A4CDAB7-97DE-43EE-A415-F98364C5E2AD}"/>
          </ac:spMkLst>
        </pc:spChg>
        <pc:spChg chg="mod">
          <ac:chgData name="Yancy Shepherd" userId="fac8d4dc-696b-49bc-8588-c92a9a1cd195" providerId="ADAL" clId="{1DA61E42-EAFC-5D76-8A89-7D2348EA8B7F}" dt="2026-08-10T14:45:33.002" v="2470" actId="26606"/>
          <ac:spMkLst>
            <pc:docMk/>
            <pc:sldMk cId="2829918146" sldId="345"/>
            <ac:spMk id="8" creationId="{3537D4B7-B94D-4009-B52A-FABE12BB18F9}"/>
          </ac:spMkLst>
        </pc:spChg>
        <pc:spChg chg="mod">
          <ac:chgData name="Yancy Shepherd" userId="fac8d4dc-696b-49bc-8588-c92a9a1cd195" providerId="ADAL" clId="{1DA61E42-EAFC-5D76-8A89-7D2348EA8B7F}" dt="2026-08-11T22:45:35.274" v="3877" actId="20577"/>
          <ac:spMkLst>
            <pc:docMk/>
            <pc:sldMk cId="2829918146" sldId="345"/>
            <ac:spMk id="11" creationId="{24CEF1C4-E486-4421-A289-90E2F34A15F8}"/>
          </ac:spMkLst>
        </pc:spChg>
      </pc:sldChg>
      <pc:sldChg chg="modSp add mod">
        <pc:chgData name="Yancy Shepherd" userId="fac8d4dc-696b-49bc-8588-c92a9a1cd195" providerId="ADAL" clId="{1DA61E42-EAFC-5D76-8A89-7D2348EA8B7F}" dt="2026-08-10T19:14:56.477" v="3297"/>
        <pc:sldMkLst>
          <pc:docMk/>
          <pc:sldMk cId="3131083694" sldId="346"/>
        </pc:sldMkLst>
        <pc:spChg chg="mod">
          <ac:chgData name="Yancy Shepherd" userId="fac8d4dc-696b-49bc-8588-c92a9a1cd195" providerId="ADAL" clId="{1DA61E42-EAFC-5D76-8A89-7D2348EA8B7F}" dt="2026-08-10T14:45:33.067" v="2471" actId="27636"/>
          <ac:spMkLst>
            <pc:docMk/>
            <pc:sldMk cId="3131083694" sldId="346"/>
            <ac:spMk id="9" creationId="{85DA417C-81AB-4CCE-A67F-C51A9771EF1B}"/>
          </ac:spMkLst>
        </pc:spChg>
        <pc:spChg chg="mod">
          <ac:chgData name="Yancy Shepherd" userId="fac8d4dc-696b-49bc-8588-c92a9a1cd195" providerId="ADAL" clId="{1DA61E42-EAFC-5D76-8A89-7D2348EA8B7F}" dt="2026-08-10T14:57:24.732" v="2491" actId="26606"/>
          <ac:spMkLst>
            <pc:docMk/>
            <pc:sldMk cId="3131083694" sldId="346"/>
            <ac:spMk id="13" creationId="{3B0467DD-4354-4E8B-AEED-45045897B962}"/>
          </ac:spMkLst>
        </pc:spChg>
        <pc:picChg chg="mod">
          <ac:chgData name="Yancy Shepherd" userId="fac8d4dc-696b-49bc-8588-c92a9a1cd195" providerId="ADAL" clId="{1DA61E42-EAFC-5D76-8A89-7D2348EA8B7F}" dt="2026-08-10T19:14:56.477" v="3297"/>
          <ac:picMkLst>
            <pc:docMk/>
            <pc:sldMk cId="3131083694" sldId="346"/>
            <ac:picMk id="14" creationId="{59E6DD98-1BB5-327F-B7B5-0E410346BE56}"/>
          </ac:picMkLst>
        </pc:picChg>
      </pc:sldChg>
      <pc:sldChg chg="modSp add mod">
        <pc:chgData name="Yancy Shepherd" userId="fac8d4dc-696b-49bc-8588-c92a9a1cd195" providerId="ADAL" clId="{1DA61E42-EAFC-5D76-8A89-7D2348EA8B7F}" dt="2026-08-10T14:57:24.732" v="2491" actId="26606"/>
        <pc:sldMkLst>
          <pc:docMk/>
          <pc:sldMk cId="3914487824" sldId="347"/>
        </pc:sldMkLst>
        <pc:spChg chg="mod">
          <ac:chgData name="Yancy Shepherd" userId="fac8d4dc-696b-49bc-8588-c92a9a1cd195" providerId="ADAL" clId="{1DA61E42-EAFC-5D76-8A89-7D2348EA8B7F}" dt="2026-08-10T14:45:33.088" v="2472" actId="27636"/>
          <ac:spMkLst>
            <pc:docMk/>
            <pc:sldMk cId="3914487824" sldId="347"/>
            <ac:spMk id="9" creationId="{CC9E35F2-D8F0-CACA-C8E9-A1127BAF30C2}"/>
          </ac:spMkLst>
        </pc:spChg>
        <pc:spChg chg="mod">
          <ac:chgData name="Yancy Shepherd" userId="fac8d4dc-696b-49bc-8588-c92a9a1cd195" providerId="ADAL" clId="{1DA61E42-EAFC-5D76-8A89-7D2348EA8B7F}" dt="2026-08-10T14:57:24.732" v="2491" actId="26606"/>
          <ac:spMkLst>
            <pc:docMk/>
            <pc:sldMk cId="3914487824" sldId="347"/>
            <ac:spMk id="13" creationId="{0BFD7FED-C172-7D49-B2C6-11AEDF1E9CDF}"/>
          </ac:spMkLst>
        </pc:spChg>
      </pc:sldChg>
      <pc:sldChg chg="modSp add mod">
        <pc:chgData name="Yancy Shepherd" userId="fac8d4dc-696b-49bc-8588-c92a9a1cd195" providerId="ADAL" clId="{1DA61E42-EAFC-5D76-8A89-7D2348EA8B7F}" dt="2026-08-10T19:20:41.963" v="3298"/>
        <pc:sldMkLst>
          <pc:docMk/>
          <pc:sldMk cId="2439696822" sldId="348"/>
        </pc:sldMkLst>
        <pc:spChg chg="mod">
          <ac:chgData name="Yancy Shepherd" userId="fac8d4dc-696b-49bc-8588-c92a9a1cd195" providerId="ADAL" clId="{1DA61E42-EAFC-5D76-8A89-7D2348EA8B7F}" dt="2026-08-10T14:57:24.732" v="2491" actId="26606"/>
          <ac:spMkLst>
            <pc:docMk/>
            <pc:sldMk cId="2439696822" sldId="348"/>
            <ac:spMk id="13" creationId="{14EF3D73-A426-F6C8-4664-587277456C75}"/>
          </ac:spMkLst>
        </pc:spChg>
        <pc:picChg chg="mod">
          <ac:chgData name="Yancy Shepherd" userId="fac8d4dc-696b-49bc-8588-c92a9a1cd195" providerId="ADAL" clId="{1DA61E42-EAFC-5D76-8A89-7D2348EA8B7F}" dt="2026-08-10T19:20:41.963" v="3298"/>
          <ac:picMkLst>
            <pc:docMk/>
            <pc:sldMk cId="2439696822" sldId="348"/>
            <ac:picMk id="16" creationId="{A505B420-63F9-EA74-34FD-AE6EAFFD4BA3}"/>
          </ac:picMkLst>
        </pc:picChg>
      </pc:sldChg>
      <pc:sldChg chg="modSp add mod">
        <pc:chgData name="Yancy Shepherd" userId="fac8d4dc-696b-49bc-8588-c92a9a1cd195" providerId="ADAL" clId="{1DA61E42-EAFC-5D76-8A89-7D2348EA8B7F}" dt="2026-08-10T14:57:24.732" v="2491" actId="26606"/>
        <pc:sldMkLst>
          <pc:docMk/>
          <pc:sldMk cId="2256050436" sldId="349"/>
        </pc:sldMkLst>
        <pc:spChg chg="mod">
          <ac:chgData name="Yancy Shepherd" userId="fac8d4dc-696b-49bc-8588-c92a9a1cd195" providerId="ADAL" clId="{1DA61E42-EAFC-5D76-8A89-7D2348EA8B7F}" dt="2026-08-10T14:57:24.732" v="2491" actId="26606"/>
          <ac:spMkLst>
            <pc:docMk/>
            <pc:sldMk cId="2256050436" sldId="349"/>
            <ac:spMk id="13" creationId="{29147DBB-E7C6-84FA-1EEF-83877F465212}"/>
          </ac:spMkLst>
        </pc:spChg>
      </pc:sldChg>
      <pc:sldChg chg="modSp add mod">
        <pc:chgData name="Yancy Shepherd" userId="fac8d4dc-696b-49bc-8588-c92a9a1cd195" providerId="ADAL" clId="{1DA61E42-EAFC-5D76-8A89-7D2348EA8B7F}" dt="2026-08-10T14:57:24.732" v="2491" actId="26606"/>
        <pc:sldMkLst>
          <pc:docMk/>
          <pc:sldMk cId="3777237412" sldId="350"/>
        </pc:sldMkLst>
        <pc:spChg chg="mod">
          <ac:chgData name="Yancy Shepherd" userId="fac8d4dc-696b-49bc-8588-c92a9a1cd195" providerId="ADAL" clId="{1DA61E42-EAFC-5D76-8A89-7D2348EA8B7F}" dt="2026-08-10T14:57:24.732" v="2491" actId="26606"/>
          <ac:spMkLst>
            <pc:docMk/>
            <pc:sldMk cId="3777237412" sldId="350"/>
            <ac:spMk id="13" creationId="{508CD203-FD18-39FD-F723-88CB153A2A4C}"/>
          </ac:spMkLst>
        </pc:spChg>
      </pc:sldChg>
      <pc:sldChg chg="modSp add mod">
        <pc:chgData name="Yancy Shepherd" userId="fac8d4dc-696b-49bc-8588-c92a9a1cd195" providerId="ADAL" clId="{1DA61E42-EAFC-5D76-8A89-7D2348EA8B7F}" dt="2026-08-10T14:57:24.732" v="2491" actId="26606"/>
        <pc:sldMkLst>
          <pc:docMk/>
          <pc:sldMk cId="2082764119" sldId="351"/>
        </pc:sldMkLst>
        <pc:spChg chg="mod">
          <ac:chgData name="Yancy Shepherd" userId="fac8d4dc-696b-49bc-8588-c92a9a1cd195" providerId="ADAL" clId="{1DA61E42-EAFC-5D76-8A89-7D2348EA8B7F}" dt="2026-08-10T14:57:24.732" v="2491" actId="26606"/>
          <ac:spMkLst>
            <pc:docMk/>
            <pc:sldMk cId="2082764119" sldId="351"/>
            <ac:spMk id="13" creationId="{BC87D5EF-419F-296A-7311-EDB79C289C96}"/>
          </ac:spMkLst>
        </pc:spChg>
      </pc:sldChg>
      <pc:sldChg chg="modSp add mod">
        <pc:chgData name="Yancy Shepherd" userId="fac8d4dc-696b-49bc-8588-c92a9a1cd195" providerId="ADAL" clId="{1DA61E42-EAFC-5D76-8A89-7D2348EA8B7F}" dt="2026-08-10T19:08:11.595" v="3293" actId="242"/>
        <pc:sldMkLst>
          <pc:docMk/>
          <pc:sldMk cId="325228206" sldId="352"/>
        </pc:sldMkLst>
        <pc:spChg chg="mod">
          <ac:chgData name="Yancy Shepherd" userId="fac8d4dc-696b-49bc-8588-c92a9a1cd195" providerId="ADAL" clId="{1DA61E42-EAFC-5D76-8A89-7D2348EA8B7F}" dt="2026-08-10T19:08:11.595" v="3293" actId="242"/>
          <ac:spMkLst>
            <pc:docMk/>
            <pc:sldMk cId="325228206" sldId="352"/>
            <ac:spMk id="25" creationId="{3692232A-E54F-4847-BAE5-FC079A0C1881}"/>
          </ac:spMkLst>
        </pc:spChg>
        <pc:spChg chg="mod">
          <ac:chgData name="Yancy Shepherd" userId="fac8d4dc-696b-49bc-8588-c92a9a1cd195" providerId="ADAL" clId="{1DA61E42-EAFC-5D76-8A89-7D2348EA8B7F}" dt="2026-08-10T14:57:24.732" v="2491" actId="26606"/>
          <ac:spMkLst>
            <pc:docMk/>
            <pc:sldMk cId="325228206" sldId="352"/>
            <ac:spMk id="27" creationId="{393086ED-1A52-4040-8B38-8C5C9C28F859}"/>
          </ac:spMkLst>
        </pc:spChg>
      </pc:sldChg>
      <pc:sldChg chg="modSp add mod">
        <pc:chgData name="Yancy Shepherd" userId="fac8d4dc-696b-49bc-8588-c92a9a1cd195" providerId="ADAL" clId="{1DA61E42-EAFC-5D76-8A89-7D2348EA8B7F}" dt="2026-08-10T14:57:24.732" v="2491" actId="26606"/>
        <pc:sldMkLst>
          <pc:docMk/>
          <pc:sldMk cId="785089685" sldId="353"/>
        </pc:sldMkLst>
        <pc:spChg chg="mod">
          <ac:chgData name="Yancy Shepherd" userId="fac8d4dc-696b-49bc-8588-c92a9a1cd195" providerId="ADAL" clId="{1DA61E42-EAFC-5D76-8A89-7D2348EA8B7F}" dt="2026-08-10T14:57:24.732" v="2491" actId="26606"/>
          <ac:spMkLst>
            <pc:docMk/>
            <pc:sldMk cId="785089685" sldId="353"/>
            <ac:spMk id="37" creationId="{FA06AD0E-0086-452A-BF08-B22363FD5162}"/>
          </ac:spMkLst>
        </pc:spChg>
      </pc:sldChg>
      <pc:sldChg chg="modSp add mod">
        <pc:chgData name="Yancy Shepherd" userId="fac8d4dc-696b-49bc-8588-c92a9a1cd195" providerId="ADAL" clId="{1DA61E42-EAFC-5D76-8A89-7D2348EA8B7F}" dt="2026-08-10T14:57:24.732" v="2491" actId="26606"/>
        <pc:sldMkLst>
          <pc:docMk/>
          <pc:sldMk cId="1527687987" sldId="354"/>
        </pc:sldMkLst>
        <pc:spChg chg="mod">
          <ac:chgData name="Yancy Shepherd" userId="fac8d4dc-696b-49bc-8588-c92a9a1cd195" providerId="ADAL" clId="{1DA61E42-EAFC-5D76-8A89-7D2348EA8B7F}" dt="2026-08-10T14:57:24.732" v="2491" actId="26606"/>
          <ac:spMkLst>
            <pc:docMk/>
            <pc:sldMk cId="1527687987" sldId="354"/>
            <ac:spMk id="28" creationId="{8DBB2FE1-ABC7-4E51-A199-8502A9849BC9}"/>
          </ac:spMkLst>
        </pc:spChg>
      </pc:sldChg>
      <pc:sldChg chg="delSp modSp add mod">
        <pc:chgData name="Yancy Shepherd" userId="fac8d4dc-696b-49bc-8588-c92a9a1cd195" providerId="ADAL" clId="{1DA61E42-EAFC-5D76-8A89-7D2348EA8B7F}" dt="2026-08-10T14:45:33.002" v="2470" actId="26606"/>
        <pc:sldMkLst>
          <pc:docMk/>
          <pc:sldMk cId="3752689542" sldId="355"/>
        </pc:sldMkLst>
        <pc:spChg chg="mod">
          <ac:chgData name="Yancy Shepherd" userId="fac8d4dc-696b-49bc-8588-c92a9a1cd195" providerId="ADAL" clId="{1DA61E42-EAFC-5D76-8A89-7D2348EA8B7F}" dt="2026-08-10T14:45:33.002" v="2470" actId="26606"/>
          <ac:spMkLst>
            <pc:docMk/>
            <pc:sldMk cId="3752689542" sldId="355"/>
            <ac:spMk id="6" creationId="{6A4CDAB7-97DE-43EE-A415-F98364C5E2AD}"/>
          </ac:spMkLst>
        </pc:spChg>
        <pc:spChg chg="mod">
          <ac:chgData name="Yancy Shepherd" userId="fac8d4dc-696b-49bc-8588-c92a9a1cd195" providerId="ADAL" clId="{1DA61E42-EAFC-5D76-8A89-7D2348EA8B7F}" dt="2026-08-10T14:45:33.002" v="2470" actId="26606"/>
          <ac:spMkLst>
            <pc:docMk/>
            <pc:sldMk cId="3752689542" sldId="355"/>
            <ac:spMk id="8" creationId="{3537D4B7-B94D-4009-B52A-FABE12BB18F9}"/>
          </ac:spMkLst>
        </pc:spChg>
        <pc:spChg chg="mod">
          <ac:chgData name="Yancy Shepherd" userId="fac8d4dc-696b-49bc-8588-c92a9a1cd195" providerId="ADAL" clId="{1DA61E42-EAFC-5D76-8A89-7D2348EA8B7F}" dt="2026-08-09T20:41:52.630" v="2435"/>
          <ac:spMkLst>
            <pc:docMk/>
            <pc:sldMk cId="3752689542" sldId="355"/>
            <ac:spMk id="11" creationId="{24CEF1C4-E486-4421-A289-90E2F34A15F8}"/>
          </ac:spMkLst>
        </pc:spChg>
      </pc:sldChg>
      <pc:sldChg chg="modSp add mod">
        <pc:chgData name="Yancy Shepherd" userId="fac8d4dc-696b-49bc-8588-c92a9a1cd195" providerId="ADAL" clId="{1DA61E42-EAFC-5D76-8A89-7D2348EA8B7F}" dt="2026-08-10T14:57:24.732" v="2491" actId="26606"/>
        <pc:sldMkLst>
          <pc:docMk/>
          <pc:sldMk cId="2741343626" sldId="356"/>
        </pc:sldMkLst>
        <pc:spChg chg="mod">
          <ac:chgData name="Yancy Shepherd" userId="fac8d4dc-696b-49bc-8588-c92a9a1cd195" providerId="ADAL" clId="{1DA61E42-EAFC-5D76-8A89-7D2348EA8B7F}" dt="2026-08-10T14:57:24.732" v="2491" actId="26606"/>
          <ac:spMkLst>
            <pc:docMk/>
            <pc:sldMk cId="2741343626" sldId="356"/>
            <ac:spMk id="23" creationId="{05E9FECF-F83C-4E71-98B1-82E98FE976F6}"/>
          </ac:spMkLst>
        </pc:spChg>
      </pc:sldChg>
      <pc:sldChg chg="addSp delSp modSp add mod">
        <pc:chgData name="Yancy Shepherd" userId="fac8d4dc-696b-49bc-8588-c92a9a1cd195" providerId="ADAL" clId="{1DA61E42-EAFC-5D76-8A89-7D2348EA8B7F}" dt="2026-08-10T20:20:49.967" v="3337" actId="14100"/>
        <pc:sldMkLst>
          <pc:docMk/>
          <pc:sldMk cId="1277780675" sldId="357"/>
        </pc:sldMkLst>
        <pc:spChg chg="mod">
          <ac:chgData name="Yancy Shepherd" userId="fac8d4dc-696b-49bc-8588-c92a9a1cd195" providerId="ADAL" clId="{1DA61E42-EAFC-5D76-8A89-7D2348EA8B7F}" dt="2026-08-10T20:20:42.110" v="3335" actId="1076"/>
          <ac:spMkLst>
            <pc:docMk/>
            <pc:sldMk cId="1277780675" sldId="357"/>
            <ac:spMk id="6" creationId="{A99AF478-5A8B-4B23-8428-A059B7D3B096}"/>
          </ac:spMkLst>
        </pc:spChg>
        <pc:spChg chg="mod">
          <ac:chgData name="Yancy Shepherd" userId="fac8d4dc-696b-49bc-8588-c92a9a1cd195" providerId="ADAL" clId="{1DA61E42-EAFC-5D76-8A89-7D2348EA8B7F}" dt="2026-08-10T20:20:42.110" v="3335" actId="1076"/>
          <ac:spMkLst>
            <pc:docMk/>
            <pc:sldMk cId="1277780675" sldId="357"/>
            <ac:spMk id="7" creationId="{49AE84AF-4B67-42D3-83D3-FB814E4D53DA}"/>
          </ac:spMkLst>
        </pc:spChg>
        <pc:spChg chg="mod">
          <ac:chgData name="Yancy Shepherd" userId="fac8d4dc-696b-49bc-8588-c92a9a1cd195" providerId="ADAL" clId="{1DA61E42-EAFC-5D76-8A89-7D2348EA8B7F}" dt="2026-08-10T20:20:42.110" v="3335" actId="1076"/>
          <ac:spMkLst>
            <pc:docMk/>
            <pc:sldMk cId="1277780675" sldId="357"/>
            <ac:spMk id="8" creationId="{6015AE3F-59ED-4FDB-B403-F532E33A5D4C}"/>
          </ac:spMkLst>
        </pc:spChg>
        <pc:spChg chg="mod">
          <ac:chgData name="Yancy Shepherd" userId="fac8d4dc-696b-49bc-8588-c92a9a1cd195" providerId="ADAL" clId="{1DA61E42-EAFC-5D76-8A89-7D2348EA8B7F}" dt="2026-08-10T20:20:42.110" v="3335" actId="1076"/>
          <ac:spMkLst>
            <pc:docMk/>
            <pc:sldMk cId="1277780675" sldId="357"/>
            <ac:spMk id="9" creationId="{FEE6D3DB-9631-43B3-9803-423036271008}"/>
          </ac:spMkLst>
        </pc:spChg>
        <pc:spChg chg="mod">
          <ac:chgData name="Yancy Shepherd" userId="fac8d4dc-696b-49bc-8588-c92a9a1cd195" providerId="ADAL" clId="{1DA61E42-EAFC-5D76-8A89-7D2348EA8B7F}" dt="2026-08-10T20:20:42.110" v="3335" actId="1076"/>
          <ac:spMkLst>
            <pc:docMk/>
            <pc:sldMk cId="1277780675" sldId="357"/>
            <ac:spMk id="10" creationId="{A4BA1B5D-AFC6-4E6C-A094-4B300E8FED29}"/>
          </ac:spMkLst>
        </pc:spChg>
        <pc:spChg chg="mod">
          <ac:chgData name="Yancy Shepherd" userId="fac8d4dc-696b-49bc-8588-c92a9a1cd195" providerId="ADAL" clId="{1DA61E42-EAFC-5D76-8A89-7D2348EA8B7F}" dt="2026-08-10T20:20:42.110" v="3335" actId="1076"/>
          <ac:spMkLst>
            <pc:docMk/>
            <pc:sldMk cId="1277780675" sldId="357"/>
            <ac:spMk id="11" creationId="{C61C47D1-4363-4899-B313-CFB325FDA869}"/>
          </ac:spMkLst>
        </pc:spChg>
        <pc:spChg chg="mod">
          <ac:chgData name="Yancy Shepherd" userId="fac8d4dc-696b-49bc-8588-c92a9a1cd195" providerId="ADAL" clId="{1DA61E42-EAFC-5D76-8A89-7D2348EA8B7F}" dt="2026-08-10T20:20:42.110" v="3335" actId="1076"/>
          <ac:spMkLst>
            <pc:docMk/>
            <pc:sldMk cId="1277780675" sldId="357"/>
            <ac:spMk id="12" creationId="{9B2D87AA-B702-4BAF-A9F5-6A7697BF48A3}"/>
          </ac:spMkLst>
        </pc:spChg>
        <pc:spChg chg="mod">
          <ac:chgData name="Yancy Shepherd" userId="fac8d4dc-696b-49bc-8588-c92a9a1cd195" providerId="ADAL" clId="{1DA61E42-EAFC-5D76-8A89-7D2348EA8B7F}" dt="2026-08-10T20:20:42.110" v="3335" actId="1076"/>
          <ac:spMkLst>
            <pc:docMk/>
            <pc:sldMk cId="1277780675" sldId="357"/>
            <ac:spMk id="13" creationId="{58B03D2A-94E5-4A11-9F98-47991E5A3AB8}"/>
          </ac:spMkLst>
        </pc:spChg>
        <pc:spChg chg="mod">
          <ac:chgData name="Yancy Shepherd" userId="fac8d4dc-696b-49bc-8588-c92a9a1cd195" providerId="ADAL" clId="{1DA61E42-EAFC-5D76-8A89-7D2348EA8B7F}" dt="2026-08-10T20:20:42.110" v="3335" actId="1076"/>
          <ac:spMkLst>
            <pc:docMk/>
            <pc:sldMk cId="1277780675" sldId="357"/>
            <ac:spMk id="14" creationId="{04533ECA-B682-4F14-B3F6-E45C87C7284A}"/>
          </ac:spMkLst>
        </pc:spChg>
        <pc:spChg chg="mod">
          <ac:chgData name="Yancy Shepherd" userId="fac8d4dc-696b-49bc-8588-c92a9a1cd195" providerId="ADAL" clId="{1DA61E42-EAFC-5D76-8A89-7D2348EA8B7F}" dt="2026-08-10T20:20:49.967" v="3337" actId="14100"/>
          <ac:spMkLst>
            <pc:docMk/>
            <pc:sldMk cId="1277780675" sldId="357"/>
            <ac:spMk id="15" creationId="{5F5199F3-FE02-49E2-AE4C-B3053863A123}"/>
          </ac:spMkLst>
        </pc:spChg>
        <pc:spChg chg="mod">
          <ac:chgData name="Yancy Shepherd" userId="fac8d4dc-696b-49bc-8588-c92a9a1cd195" providerId="ADAL" clId="{1DA61E42-EAFC-5D76-8A89-7D2348EA8B7F}" dt="2026-08-10T14:57:24.732" v="2491" actId="26606"/>
          <ac:spMkLst>
            <pc:docMk/>
            <pc:sldMk cId="1277780675" sldId="357"/>
            <ac:spMk id="16" creationId="{35EDC942-E145-4EB1-B40C-4FBED9CA8D1B}"/>
          </ac:spMkLst>
        </pc:spChg>
        <pc:picChg chg="mod">
          <ac:chgData name="Yancy Shepherd" userId="fac8d4dc-696b-49bc-8588-c92a9a1cd195" providerId="ADAL" clId="{1DA61E42-EAFC-5D76-8A89-7D2348EA8B7F}" dt="2026-08-10T20:20:45.820" v="3336" actId="1076"/>
          <ac:picMkLst>
            <pc:docMk/>
            <pc:sldMk cId="1277780675" sldId="357"/>
            <ac:picMk id="18" creationId="{5FB9C85A-1477-1CBB-6342-440E7D411E42}"/>
          </ac:picMkLst>
        </pc:picChg>
      </pc:sldChg>
      <pc:sldChg chg="delSp modSp add mod">
        <pc:chgData name="Yancy Shepherd" userId="fac8d4dc-696b-49bc-8588-c92a9a1cd195" providerId="ADAL" clId="{1DA61E42-EAFC-5D76-8A89-7D2348EA8B7F}" dt="2026-08-10T14:53:16.574" v="2490" actId="26606"/>
        <pc:sldMkLst>
          <pc:docMk/>
          <pc:sldMk cId="4234126163" sldId="358"/>
        </pc:sldMkLst>
        <pc:spChg chg="mod">
          <ac:chgData name="Yancy Shepherd" userId="fac8d4dc-696b-49bc-8588-c92a9a1cd195" providerId="ADAL" clId="{1DA61E42-EAFC-5D76-8A89-7D2348EA8B7F}" dt="2026-08-10T14:45:33.002" v="2470" actId="26606"/>
          <ac:spMkLst>
            <pc:docMk/>
            <pc:sldMk cId="4234126163" sldId="358"/>
            <ac:spMk id="6" creationId="{6A4CDAB7-97DE-43EE-A415-F98364C5E2AD}"/>
          </ac:spMkLst>
        </pc:spChg>
        <pc:spChg chg="mod">
          <ac:chgData name="Yancy Shepherd" userId="fac8d4dc-696b-49bc-8588-c92a9a1cd195" providerId="ADAL" clId="{1DA61E42-EAFC-5D76-8A89-7D2348EA8B7F}" dt="2026-08-10T14:45:33.002" v="2470" actId="26606"/>
          <ac:spMkLst>
            <pc:docMk/>
            <pc:sldMk cId="4234126163" sldId="358"/>
            <ac:spMk id="8" creationId="{3537D4B7-B94D-4009-B52A-FABE12BB18F9}"/>
          </ac:spMkLst>
        </pc:spChg>
        <pc:spChg chg="mod">
          <ac:chgData name="Yancy Shepherd" userId="fac8d4dc-696b-49bc-8588-c92a9a1cd195" providerId="ADAL" clId="{1DA61E42-EAFC-5D76-8A89-7D2348EA8B7F}" dt="2026-08-10T14:53:16.574" v="2490" actId="26606"/>
          <ac:spMkLst>
            <pc:docMk/>
            <pc:sldMk cId="4234126163" sldId="358"/>
            <ac:spMk id="11" creationId="{24CEF1C4-E486-4421-A289-90E2F34A15F8}"/>
          </ac:spMkLst>
        </pc:spChg>
      </pc:sldChg>
      <pc:sldChg chg="modSp add mod">
        <pc:chgData name="Yancy Shepherd" userId="fac8d4dc-696b-49bc-8588-c92a9a1cd195" providerId="ADAL" clId="{1DA61E42-EAFC-5D76-8A89-7D2348EA8B7F}" dt="2026-08-10T14:57:24.732" v="2491" actId="26606"/>
        <pc:sldMkLst>
          <pc:docMk/>
          <pc:sldMk cId="1996908511" sldId="359"/>
        </pc:sldMkLst>
        <pc:spChg chg="mod">
          <ac:chgData name="Yancy Shepherd" userId="fac8d4dc-696b-49bc-8588-c92a9a1cd195" providerId="ADAL" clId="{1DA61E42-EAFC-5D76-8A89-7D2348EA8B7F}" dt="2026-08-10T14:45:33.002" v="2470" actId="26606"/>
          <ac:spMkLst>
            <pc:docMk/>
            <pc:sldMk cId="1996908511" sldId="359"/>
            <ac:spMk id="6" creationId="{F99A25C0-5FD0-4FE5-9FA6-12E049167736}"/>
          </ac:spMkLst>
        </pc:spChg>
        <pc:spChg chg="mod">
          <ac:chgData name="Yancy Shepherd" userId="fac8d4dc-696b-49bc-8588-c92a9a1cd195" providerId="ADAL" clId="{1DA61E42-EAFC-5D76-8A89-7D2348EA8B7F}" dt="2026-08-10T14:57:24.732" v="2491" actId="26606"/>
          <ac:spMkLst>
            <pc:docMk/>
            <pc:sldMk cId="1996908511" sldId="359"/>
            <ac:spMk id="13" creationId="{E11120AB-4A80-4876-A7BA-67526D551EE4}"/>
          </ac:spMkLst>
        </pc:spChg>
      </pc:sldChg>
      <pc:sldChg chg="modSp add mod">
        <pc:chgData name="Yancy Shepherd" userId="fac8d4dc-696b-49bc-8588-c92a9a1cd195" providerId="ADAL" clId="{1DA61E42-EAFC-5D76-8A89-7D2348EA8B7F}" dt="2026-08-10T14:53:16.574" v="2490" actId="26606"/>
        <pc:sldMkLst>
          <pc:docMk/>
          <pc:sldMk cId="1724834666" sldId="360"/>
        </pc:sldMkLst>
        <pc:spChg chg="mod">
          <ac:chgData name="Yancy Shepherd" userId="fac8d4dc-696b-49bc-8588-c92a9a1cd195" providerId="ADAL" clId="{1DA61E42-EAFC-5D76-8A89-7D2348EA8B7F}" dt="2026-08-10T14:45:33.002" v="2470" actId="26606"/>
          <ac:spMkLst>
            <pc:docMk/>
            <pc:sldMk cId="1724834666" sldId="360"/>
            <ac:spMk id="6" creationId="{A8DA234B-D532-43DA-BBFF-31252BDDDC4F}"/>
          </ac:spMkLst>
        </pc:spChg>
        <pc:spChg chg="mod">
          <ac:chgData name="Yancy Shepherd" userId="fac8d4dc-696b-49bc-8588-c92a9a1cd195" providerId="ADAL" clId="{1DA61E42-EAFC-5D76-8A89-7D2348EA8B7F}" dt="2026-08-10T14:53:16.574" v="2490" actId="26606"/>
          <ac:spMkLst>
            <pc:docMk/>
            <pc:sldMk cId="1724834666" sldId="360"/>
            <ac:spMk id="11" creationId="{2E604E6A-A528-4EED-BE00-BA800D9F6216}"/>
          </ac:spMkLst>
        </pc:spChg>
      </pc:sldChg>
      <pc:sldChg chg="delSp modSp add mod">
        <pc:chgData name="Yancy Shepherd" userId="fac8d4dc-696b-49bc-8588-c92a9a1cd195" providerId="ADAL" clId="{1DA61E42-EAFC-5D76-8A89-7D2348EA8B7F}" dt="2026-08-10T14:53:16.574" v="2490" actId="26606"/>
        <pc:sldMkLst>
          <pc:docMk/>
          <pc:sldMk cId="1423006104" sldId="361"/>
        </pc:sldMkLst>
        <pc:spChg chg="mod">
          <ac:chgData name="Yancy Shepherd" userId="fac8d4dc-696b-49bc-8588-c92a9a1cd195" providerId="ADAL" clId="{1DA61E42-EAFC-5D76-8A89-7D2348EA8B7F}" dt="2026-08-10T14:45:33.002" v="2470" actId="26606"/>
          <ac:spMkLst>
            <pc:docMk/>
            <pc:sldMk cId="1423006104" sldId="361"/>
            <ac:spMk id="6" creationId="{6A4CDAB7-97DE-43EE-A415-F98364C5E2AD}"/>
          </ac:spMkLst>
        </pc:spChg>
        <pc:spChg chg="mod">
          <ac:chgData name="Yancy Shepherd" userId="fac8d4dc-696b-49bc-8588-c92a9a1cd195" providerId="ADAL" clId="{1DA61E42-EAFC-5D76-8A89-7D2348EA8B7F}" dt="2026-08-10T14:45:33.002" v="2470" actId="26606"/>
          <ac:spMkLst>
            <pc:docMk/>
            <pc:sldMk cId="1423006104" sldId="361"/>
            <ac:spMk id="8" creationId="{3537D4B7-B94D-4009-B52A-FABE12BB18F9}"/>
          </ac:spMkLst>
        </pc:spChg>
        <pc:spChg chg="mod">
          <ac:chgData name="Yancy Shepherd" userId="fac8d4dc-696b-49bc-8588-c92a9a1cd195" providerId="ADAL" clId="{1DA61E42-EAFC-5D76-8A89-7D2348EA8B7F}" dt="2026-08-10T14:53:16.574" v="2490" actId="26606"/>
          <ac:spMkLst>
            <pc:docMk/>
            <pc:sldMk cId="1423006104" sldId="361"/>
            <ac:spMk id="11" creationId="{24CEF1C4-E486-4421-A289-90E2F34A15F8}"/>
          </ac:spMkLst>
        </pc:spChg>
      </pc:sldChg>
      <pc:sldChg chg="delSp modSp add mod">
        <pc:chgData name="Yancy Shepherd" userId="fac8d4dc-696b-49bc-8588-c92a9a1cd195" providerId="ADAL" clId="{1DA61E42-EAFC-5D76-8A89-7D2348EA8B7F}" dt="2026-08-10T14:53:16.574" v="2490" actId="26606"/>
        <pc:sldMkLst>
          <pc:docMk/>
          <pc:sldMk cId="499776564" sldId="362"/>
        </pc:sldMkLst>
        <pc:spChg chg="mod">
          <ac:chgData name="Yancy Shepherd" userId="fac8d4dc-696b-49bc-8588-c92a9a1cd195" providerId="ADAL" clId="{1DA61E42-EAFC-5D76-8A89-7D2348EA8B7F}" dt="2026-08-10T14:45:33.002" v="2470" actId="26606"/>
          <ac:spMkLst>
            <pc:docMk/>
            <pc:sldMk cId="499776564" sldId="362"/>
            <ac:spMk id="6" creationId="{6A4CDAB7-97DE-43EE-A415-F98364C5E2AD}"/>
          </ac:spMkLst>
        </pc:spChg>
        <pc:spChg chg="mod">
          <ac:chgData name="Yancy Shepherd" userId="fac8d4dc-696b-49bc-8588-c92a9a1cd195" providerId="ADAL" clId="{1DA61E42-EAFC-5D76-8A89-7D2348EA8B7F}" dt="2026-08-10T14:45:33.002" v="2470" actId="26606"/>
          <ac:spMkLst>
            <pc:docMk/>
            <pc:sldMk cId="499776564" sldId="362"/>
            <ac:spMk id="8" creationId="{3537D4B7-B94D-4009-B52A-FABE12BB18F9}"/>
          </ac:spMkLst>
        </pc:spChg>
        <pc:spChg chg="mod">
          <ac:chgData name="Yancy Shepherd" userId="fac8d4dc-696b-49bc-8588-c92a9a1cd195" providerId="ADAL" clId="{1DA61E42-EAFC-5D76-8A89-7D2348EA8B7F}" dt="2026-08-10T14:53:16.574" v="2490" actId="26606"/>
          <ac:spMkLst>
            <pc:docMk/>
            <pc:sldMk cId="499776564" sldId="362"/>
            <ac:spMk id="11" creationId="{24CEF1C4-E486-4421-A289-90E2F34A15F8}"/>
          </ac:spMkLst>
        </pc:spChg>
      </pc:sldChg>
      <pc:sldChg chg="delSp modSp mod modNotesTx">
        <pc:chgData name="Yancy Shepherd" userId="fac8d4dc-696b-49bc-8588-c92a9a1cd195" providerId="ADAL" clId="{1DA61E42-EAFC-5D76-8A89-7D2348EA8B7F}" dt="2026-08-10T20:22:59.976" v="3385" actId="20577"/>
        <pc:sldMkLst>
          <pc:docMk/>
          <pc:sldMk cId="1855492773" sldId="363"/>
        </pc:sldMkLst>
        <pc:spChg chg="mod">
          <ac:chgData name="Yancy Shepherd" userId="fac8d4dc-696b-49bc-8588-c92a9a1cd195" providerId="ADAL" clId="{1DA61E42-EAFC-5D76-8A89-7D2348EA8B7F}" dt="2026-08-10T20:21:42.520" v="3339" actId="1076"/>
          <ac:spMkLst>
            <pc:docMk/>
            <pc:sldMk cId="1855492773" sldId="363"/>
            <ac:spMk id="6" creationId="{5306DC6D-7D4C-06EE-84B2-41307D552D2D}"/>
          </ac:spMkLst>
        </pc:spChg>
        <pc:spChg chg="mod">
          <ac:chgData name="Yancy Shepherd" userId="fac8d4dc-696b-49bc-8588-c92a9a1cd195" providerId="ADAL" clId="{1DA61E42-EAFC-5D76-8A89-7D2348EA8B7F}" dt="2026-08-10T20:21:42.520" v="3339" actId="1076"/>
          <ac:spMkLst>
            <pc:docMk/>
            <pc:sldMk cId="1855492773" sldId="363"/>
            <ac:spMk id="7" creationId="{1ACAB368-719D-EFF0-4E66-7692358E28F9}"/>
          </ac:spMkLst>
        </pc:spChg>
        <pc:spChg chg="mod">
          <ac:chgData name="Yancy Shepherd" userId="fac8d4dc-696b-49bc-8588-c92a9a1cd195" providerId="ADAL" clId="{1DA61E42-EAFC-5D76-8A89-7D2348EA8B7F}" dt="2026-08-10T20:21:42.520" v="3339" actId="1076"/>
          <ac:spMkLst>
            <pc:docMk/>
            <pc:sldMk cId="1855492773" sldId="363"/>
            <ac:spMk id="14" creationId="{1DA91364-8B16-0FEE-45FF-52A7A31C8420}"/>
          </ac:spMkLst>
        </pc:spChg>
        <pc:spChg chg="mod">
          <ac:chgData name="Yancy Shepherd" userId="fac8d4dc-696b-49bc-8588-c92a9a1cd195" providerId="ADAL" clId="{1DA61E42-EAFC-5D76-8A89-7D2348EA8B7F}" dt="2026-08-10T20:21:42.520" v="3339" actId="1076"/>
          <ac:spMkLst>
            <pc:docMk/>
            <pc:sldMk cId="1855492773" sldId="363"/>
            <ac:spMk id="15" creationId="{E9A5B871-469C-B5E4-04BA-1E646F035F46}"/>
          </ac:spMkLst>
        </pc:spChg>
        <pc:spChg chg="mod">
          <ac:chgData name="Yancy Shepherd" userId="fac8d4dc-696b-49bc-8588-c92a9a1cd195" providerId="ADAL" clId="{1DA61E42-EAFC-5D76-8A89-7D2348EA8B7F}" dt="2026-08-10T14:57:24.732" v="2491" actId="26606"/>
          <ac:spMkLst>
            <pc:docMk/>
            <pc:sldMk cId="1855492773" sldId="363"/>
            <ac:spMk id="16" creationId="{44534A9C-DAE3-AF87-1173-6FF64A143BE6}"/>
          </ac:spMkLst>
        </pc:spChg>
        <pc:picChg chg="mod modCrop">
          <ac:chgData name="Yancy Shepherd" userId="fac8d4dc-696b-49bc-8588-c92a9a1cd195" providerId="ADAL" clId="{1DA61E42-EAFC-5D76-8A89-7D2348EA8B7F}" dt="2026-08-10T20:22:06.675" v="3346" actId="1076"/>
          <ac:picMkLst>
            <pc:docMk/>
            <pc:sldMk cId="1855492773" sldId="363"/>
            <ac:picMk id="3" creationId="{1412F8C3-7F4B-6F70-17CF-0BA12B324E85}"/>
          </ac:picMkLst>
        </pc:picChg>
      </pc:sldChg>
      <pc:sldChg chg="delSp modSp add mod">
        <pc:chgData name="Yancy Shepherd" userId="fac8d4dc-696b-49bc-8588-c92a9a1cd195" providerId="ADAL" clId="{1DA61E42-EAFC-5D76-8A89-7D2348EA8B7F}" dt="2026-08-11T22:47:08.072" v="3891" actId="20577"/>
        <pc:sldMkLst>
          <pc:docMk/>
          <pc:sldMk cId="1209281261" sldId="364"/>
        </pc:sldMkLst>
        <pc:spChg chg="mod">
          <ac:chgData name="Yancy Shepherd" userId="fac8d4dc-696b-49bc-8588-c92a9a1cd195" providerId="ADAL" clId="{1DA61E42-EAFC-5D76-8A89-7D2348EA8B7F}" dt="2026-08-10T19:05:42.128" v="3279" actId="20577"/>
          <ac:spMkLst>
            <pc:docMk/>
            <pc:sldMk cId="1209281261" sldId="364"/>
            <ac:spMk id="5" creationId="{06548781-D988-4418-BE69-278DF55F5A7D}"/>
          </ac:spMkLst>
        </pc:spChg>
        <pc:spChg chg="mod">
          <ac:chgData name="Yancy Shepherd" userId="fac8d4dc-696b-49bc-8588-c92a9a1cd195" providerId="ADAL" clId="{1DA61E42-EAFC-5D76-8A89-7D2348EA8B7F}" dt="2026-08-10T19:04:15.517" v="3210" actId="14100"/>
          <ac:spMkLst>
            <pc:docMk/>
            <pc:sldMk cId="1209281261" sldId="364"/>
            <ac:spMk id="6" creationId="{6A0AEA1E-B384-4408-AD59-6BF55DDF573F}"/>
          </ac:spMkLst>
        </pc:spChg>
        <pc:spChg chg="mod">
          <ac:chgData name="Yancy Shepherd" userId="fac8d4dc-696b-49bc-8588-c92a9a1cd195" providerId="ADAL" clId="{1DA61E42-EAFC-5D76-8A89-7D2348EA8B7F}" dt="2026-08-10T19:10:12.821" v="3296" actId="14100"/>
          <ac:spMkLst>
            <pc:docMk/>
            <pc:sldMk cId="1209281261" sldId="364"/>
            <ac:spMk id="7" creationId="{40507D30-864F-4BBF-9905-D504747D3C9F}"/>
          </ac:spMkLst>
        </pc:spChg>
        <pc:spChg chg="mod">
          <ac:chgData name="Yancy Shepherd" userId="fac8d4dc-696b-49bc-8588-c92a9a1cd195" providerId="ADAL" clId="{1DA61E42-EAFC-5D76-8A89-7D2348EA8B7F}" dt="2026-08-10T19:10:12.821" v="3296" actId="14100"/>
          <ac:spMkLst>
            <pc:docMk/>
            <pc:sldMk cId="1209281261" sldId="364"/>
            <ac:spMk id="9" creationId="{03C29BA0-F2E3-4BA7-8F35-62E24FA9258D}"/>
          </ac:spMkLst>
        </pc:spChg>
        <pc:spChg chg="mod">
          <ac:chgData name="Yancy Shepherd" userId="fac8d4dc-696b-49bc-8588-c92a9a1cd195" providerId="ADAL" clId="{1DA61E42-EAFC-5D76-8A89-7D2348EA8B7F}" dt="2026-08-10T19:10:12.821" v="3296" actId="14100"/>
          <ac:spMkLst>
            <pc:docMk/>
            <pc:sldMk cId="1209281261" sldId="364"/>
            <ac:spMk id="10" creationId="{8CD27EA7-3633-441A-94CB-DB23ED9033D9}"/>
          </ac:spMkLst>
        </pc:spChg>
        <pc:spChg chg="mod">
          <ac:chgData name="Yancy Shepherd" userId="fac8d4dc-696b-49bc-8588-c92a9a1cd195" providerId="ADAL" clId="{1DA61E42-EAFC-5D76-8A89-7D2348EA8B7F}" dt="2026-08-11T22:47:08.072" v="3891" actId="20577"/>
          <ac:spMkLst>
            <pc:docMk/>
            <pc:sldMk cId="1209281261" sldId="364"/>
            <ac:spMk id="11" creationId="{E48BCAE5-52F4-427E-B8CC-52C9AA96BD81}"/>
          </ac:spMkLst>
        </pc:spChg>
        <pc:picChg chg="mod modCrop">
          <ac:chgData name="Yancy Shepherd" userId="fac8d4dc-696b-49bc-8588-c92a9a1cd195" providerId="ADAL" clId="{1DA61E42-EAFC-5D76-8A89-7D2348EA8B7F}" dt="2026-08-10T19:04:30.759" v="3214" actId="1076"/>
          <ac:picMkLst>
            <pc:docMk/>
            <pc:sldMk cId="1209281261" sldId="364"/>
            <ac:picMk id="24" creationId="{00000000-0000-0000-0000-000000000000}"/>
          </ac:picMkLst>
        </pc:picChg>
      </pc:sldChg>
      <pc:sldChg chg="addSp delSp modSp add mod setBg">
        <pc:chgData name="Yancy Shepherd" userId="fac8d4dc-696b-49bc-8588-c92a9a1cd195" providerId="ADAL" clId="{1DA61E42-EAFC-5D76-8A89-7D2348EA8B7F}" dt="2026-08-11T22:42:36.577" v="3853" actId="255"/>
        <pc:sldMkLst>
          <pc:docMk/>
          <pc:sldMk cId="248990370" sldId="365"/>
        </pc:sldMkLst>
        <pc:spChg chg="mod">
          <ac:chgData name="Yancy Shepherd" userId="fac8d4dc-696b-49bc-8588-c92a9a1cd195" providerId="ADAL" clId="{1DA61E42-EAFC-5D76-8A89-7D2348EA8B7F}" dt="2026-08-10T19:01:39.565" v="3199" actId="207"/>
          <ac:spMkLst>
            <pc:docMk/>
            <pc:sldMk cId="248990370" sldId="365"/>
            <ac:spMk id="4" creationId="{7BDA70A9-BEBD-4739-B6FC-1727D4856DA5}"/>
          </ac:spMkLst>
        </pc:spChg>
        <pc:spChg chg="mod">
          <ac:chgData name="Yancy Shepherd" userId="fac8d4dc-696b-49bc-8588-c92a9a1cd195" providerId="ADAL" clId="{1DA61E42-EAFC-5D76-8A89-7D2348EA8B7F}" dt="2026-08-11T22:42:17.887" v="3849" actId="20577"/>
          <ac:spMkLst>
            <pc:docMk/>
            <pc:sldMk cId="248990370" sldId="365"/>
            <ac:spMk id="7" creationId="{FAB9D826-CC84-4B9C-A02C-0ADF5DC7BB05}"/>
          </ac:spMkLst>
        </pc:spChg>
        <pc:spChg chg="mod">
          <ac:chgData name="Yancy Shepherd" userId="fac8d4dc-696b-49bc-8588-c92a9a1cd195" providerId="ADAL" clId="{1DA61E42-EAFC-5D76-8A89-7D2348EA8B7F}" dt="2026-08-11T22:42:36.577" v="3853" actId="255"/>
          <ac:spMkLst>
            <pc:docMk/>
            <pc:sldMk cId="248990370" sldId="365"/>
            <ac:spMk id="8" creationId="{5A4EC6C3-3072-448E-9D11-5B0EAB68038E}"/>
          </ac:spMkLst>
        </pc:spChg>
        <pc:spChg chg="mod">
          <ac:chgData name="Yancy Shepherd" userId="fac8d4dc-696b-49bc-8588-c92a9a1cd195" providerId="ADAL" clId="{1DA61E42-EAFC-5D76-8A89-7D2348EA8B7F}" dt="2026-08-10T19:02:01.352" v="3203" actId="242"/>
          <ac:spMkLst>
            <pc:docMk/>
            <pc:sldMk cId="248990370" sldId="365"/>
            <ac:spMk id="9" creationId="{CB08B4F7-6FC6-4843-9A52-A4F838C41D07}"/>
          </ac:spMkLst>
        </pc:spChg>
        <pc:spChg chg="mod">
          <ac:chgData name="Yancy Shepherd" userId="fac8d4dc-696b-49bc-8588-c92a9a1cd195" providerId="ADAL" clId="{1DA61E42-EAFC-5D76-8A89-7D2348EA8B7F}" dt="2026-08-10T19:01:49.423" v="3201" actId="207"/>
          <ac:spMkLst>
            <pc:docMk/>
            <pc:sldMk cId="248990370" sldId="365"/>
            <ac:spMk id="10" creationId="{DAD68B4B-BE72-4E76-BF48-9B0557D4416A}"/>
          </ac:spMkLst>
        </pc:spChg>
        <pc:spChg chg="mod">
          <ac:chgData name="Yancy Shepherd" userId="fac8d4dc-696b-49bc-8588-c92a9a1cd195" providerId="ADAL" clId="{1DA61E42-EAFC-5D76-8A89-7D2348EA8B7F}" dt="2026-08-10T19:00:39.944" v="3184" actId="27636"/>
          <ac:spMkLst>
            <pc:docMk/>
            <pc:sldMk cId="248990370" sldId="365"/>
            <ac:spMk id="11" creationId="{9844CD5B-D5EF-4C5A-B1E0-84C7B8F212DC}"/>
          </ac:spMkLst>
        </pc:spChg>
        <pc:spChg chg="mod">
          <ac:chgData name="Yancy Shepherd" userId="fac8d4dc-696b-49bc-8588-c92a9a1cd195" providerId="ADAL" clId="{1DA61E42-EAFC-5D76-8A89-7D2348EA8B7F}" dt="2026-08-10T19:01:49.423" v="3201" actId="207"/>
          <ac:spMkLst>
            <pc:docMk/>
            <pc:sldMk cId="248990370" sldId="365"/>
            <ac:spMk id="12" creationId="{169B6B46-2347-4241-A2E5-55D65DC6C574}"/>
          </ac:spMkLst>
        </pc:spChg>
        <pc:spChg chg="mod">
          <ac:chgData name="Yancy Shepherd" userId="fac8d4dc-696b-49bc-8588-c92a9a1cd195" providerId="ADAL" clId="{1DA61E42-EAFC-5D76-8A89-7D2348EA8B7F}" dt="2026-08-10T19:00:43.862" v="3185" actId="255"/>
          <ac:spMkLst>
            <pc:docMk/>
            <pc:sldMk cId="248990370" sldId="365"/>
            <ac:spMk id="13" creationId="{56231464-6A90-48CF-9B1C-D3D542033CD6}"/>
          </ac:spMkLst>
        </pc:spChg>
        <pc:spChg chg="mod">
          <ac:chgData name="Yancy Shepherd" userId="fac8d4dc-696b-49bc-8588-c92a9a1cd195" providerId="ADAL" clId="{1DA61E42-EAFC-5D76-8A89-7D2348EA8B7F}" dt="2026-08-10T19:01:49.423" v="3201" actId="207"/>
          <ac:spMkLst>
            <pc:docMk/>
            <pc:sldMk cId="248990370" sldId="365"/>
            <ac:spMk id="14" creationId="{5036FA45-1210-47C0-945A-6EB6888558F5}"/>
          </ac:spMkLst>
        </pc:spChg>
        <pc:spChg chg="mod">
          <ac:chgData name="Yancy Shepherd" userId="fac8d4dc-696b-49bc-8588-c92a9a1cd195" providerId="ADAL" clId="{1DA61E42-EAFC-5D76-8A89-7D2348EA8B7F}" dt="2026-08-10T19:00:55.626" v="3188" actId="1076"/>
          <ac:spMkLst>
            <pc:docMk/>
            <pc:sldMk cId="248990370" sldId="365"/>
            <ac:spMk id="15" creationId="{EF74B202-A1E9-45A2-AE9D-6903DAD0148A}"/>
          </ac:spMkLst>
        </pc:spChg>
        <pc:spChg chg="mod">
          <ac:chgData name="Yancy Shepherd" userId="fac8d4dc-696b-49bc-8588-c92a9a1cd195" providerId="ADAL" clId="{1DA61E42-EAFC-5D76-8A89-7D2348EA8B7F}" dt="2026-08-10T19:01:49.423" v="3201" actId="207"/>
          <ac:spMkLst>
            <pc:docMk/>
            <pc:sldMk cId="248990370" sldId="365"/>
            <ac:spMk id="16" creationId="{39429EFB-7A75-483A-AAEB-ED95EC7D34B2}"/>
          </ac:spMkLst>
        </pc:spChg>
        <pc:spChg chg="mod">
          <ac:chgData name="Yancy Shepherd" userId="fac8d4dc-696b-49bc-8588-c92a9a1cd195" providerId="ADAL" clId="{1DA61E42-EAFC-5D76-8A89-7D2348EA8B7F}" dt="2026-08-10T19:00:50.482" v="3187" actId="27636"/>
          <ac:spMkLst>
            <pc:docMk/>
            <pc:sldMk cId="248990370" sldId="365"/>
            <ac:spMk id="17" creationId="{7489EB84-0F52-4202-A535-2C54D773C8BC}"/>
          </ac:spMkLst>
        </pc:spChg>
        <pc:spChg chg="mod">
          <ac:chgData name="Yancy Shepherd" userId="fac8d4dc-696b-49bc-8588-c92a9a1cd195" providerId="ADAL" clId="{1DA61E42-EAFC-5D76-8A89-7D2348EA8B7F}" dt="2026-08-10T19:02:09.828" v="3204" actId="1076"/>
          <ac:spMkLst>
            <pc:docMk/>
            <pc:sldMk cId="248990370" sldId="365"/>
            <ac:spMk id="18" creationId="{B071464F-3156-402F-8DA1-1598CEAECF82}"/>
          </ac:spMkLst>
        </pc:spChg>
        <pc:spChg chg="mod">
          <ac:chgData name="Yancy Shepherd" userId="fac8d4dc-696b-49bc-8588-c92a9a1cd195" providerId="ADAL" clId="{1DA61E42-EAFC-5D76-8A89-7D2348EA8B7F}" dt="2026-08-10T19:01:33.137" v="3198" actId="20577"/>
          <ac:spMkLst>
            <pc:docMk/>
            <pc:sldMk cId="248990370" sldId="365"/>
            <ac:spMk id="20" creationId="{E73AB273-BB9B-4D74-9E37-6C1AEA23EF66}"/>
          </ac:spMkLst>
        </pc:spChg>
        <pc:spChg chg="add mod">
          <ac:chgData name="Yancy Shepherd" userId="fac8d4dc-696b-49bc-8588-c92a9a1cd195" providerId="ADAL" clId="{1DA61E42-EAFC-5D76-8A89-7D2348EA8B7F}" dt="2026-08-10T19:02:24.906" v="3205"/>
          <ac:spMkLst>
            <pc:docMk/>
            <pc:sldMk cId="248990370" sldId="365"/>
            <ac:spMk id="21" creationId="{4D8EC03E-B8D8-ED7B-B61E-774BDB38E2C3}"/>
          </ac:spMkLst>
        </pc:spChg>
      </pc:sldChg>
      <pc:sldMasterChg chg="add addSldLayout delSldLayout modSldLayout sldLayoutOrd">
        <pc:chgData name="Yancy Shepherd" userId="fac8d4dc-696b-49bc-8588-c92a9a1cd195" providerId="ADAL" clId="{1DA61E42-EAFC-5D76-8A89-7D2348EA8B7F}" dt="2026-08-09T20:15:25.901" v="2174" actId="735"/>
        <pc:sldMasterMkLst>
          <pc:docMk/>
          <pc:sldMasterMk cId="0" sldId="2147483648"/>
        </pc:sldMasterMkLst>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49"/>
          </pc:sldLayoutMkLst>
          <pc:spChg chg="mod">
            <ac:chgData name="Yancy Shepherd" userId="fac8d4dc-696b-49bc-8588-c92a9a1cd195" providerId="ADAL" clId="{1DA61E42-EAFC-5D76-8A89-7D2348EA8B7F}" dt="2026-08-07T19:31:13.058" v="42" actId="26606"/>
            <ac:spMkLst>
              <pc:docMk/>
              <pc:sldMasterMk cId="0" sldId="2147483648"/>
              <pc:sldLayoutMk cId="0" sldId="2147483649"/>
              <ac:spMk id="3" creationId="{2BDC76B8-60F6-62D3-9F73-E81662203017}"/>
            </ac:spMkLst>
          </pc:spChg>
          <pc:spChg chg="mod">
            <ac:chgData name="Yancy Shepherd" userId="fac8d4dc-696b-49bc-8588-c92a9a1cd195" providerId="ADAL" clId="{1DA61E42-EAFC-5D76-8A89-7D2348EA8B7F}" dt="2026-08-07T19:31:13.058" v="42" actId="26606"/>
            <ac:spMkLst>
              <pc:docMk/>
              <pc:sldMasterMk cId="0" sldId="2147483648"/>
              <pc:sldLayoutMk cId="0" sldId="2147483649"/>
              <ac:spMk id="4" creationId="{009A08CF-24F0-EC7D-277D-CB831E7E7930}"/>
            </ac:spMkLst>
          </pc:spChg>
          <pc:spChg chg="mod">
            <ac:chgData name="Yancy Shepherd" userId="fac8d4dc-696b-49bc-8588-c92a9a1cd195" providerId="ADAL" clId="{1DA61E42-EAFC-5D76-8A89-7D2348EA8B7F}" dt="2026-08-07T19:31:13.058" v="42" actId="26606"/>
            <ac:spMkLst>
              <pc:docMk/>
              <pc:sldMasterMk cId="0" sldId="2147483648"/>
              <pc:sldLayoutMk cId="0" sldId="2147483649"/>
              <ac:spMk id="5" creationId="{FDEC7B0B-C375-9D64-1424-3B07B71AF1FE}"/>
            </ac:spMkLst>
          </pc:spChg>
          <pc:spChg chg="mod">
            <ac:chgData name="Yancy Shepherd" userId="fac8d4dc-696b-49bc-8588-c92a9a1cd195" providerId="ADAL" clId="{1DA61E42-EAFC-5D76-8A89-7D2348EA8B7F}" dt="2026-08-07T19:31:13.058" v="42" actId="26606"/>
            <ac:spMkLst>
              <pc:docMk/>
              <pc:sldMasterMk cId="0" sldId="2147483648"/>
              <pc:sldLayoutMk cId="0" sldId="2147483649"/>
              <ac:spMk id="6" creationId="{C58F7861-05FC-CC70-0C94-F3BAE39E54EB}"/>
            </ac:spMkLst>
          </pc:spChg>
          <pc:spChg chg="mod">
            <ac:chgData name="Yancy Shepherd" userId="fac8d4dc-696b-49bc-8588-c92a9a1cd195" providerId="ADAL" clId="{1DA61E42-EAFC-5D76-8A89-7D2348EA8B7F}" dt="2026-08-07T19:31:13.058" v="42" actId="26606"/>
            <ac:spMkLst>
              <pc:docMk/>
              <pc:sldMasterMk cId="0" sldId="2147483648"/>
              <pc:sldLayoutMk cId="0" sldId="2147483649"/>
              <ac:spMk id="8" creationId="{A9117021-C08A-0E4F-5F64-FC1A870E4815}"/>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0"/>
          </pc:sldLayoutMkLst>
          <pc:spChg chg="mod">
            <ac:chgData name="Yancy Shepherd" userId="fac8d4dc-696b-49bc-8588-c92a9a1cd195" providerId="ADAL" clId="{1DA61E42-EAFC-5D76-8A89-7D2348EA8B7F}" dt="2026-08-07T19:31:13.058" v="42" actId="26606"/>
            <ac:spMkLst>
              <pc:docMk/>
              <pc:sldMasterMk cId="0" sldId="2147483648"/>
              <pc:sldLayoutMk cId="0" sldId="2147483650"/>
              <ac:spMk id="2" creationId="{1FADE430-EE65-B675-F031-7651DE9D69AC}"/>
            </ac:spMkLst>
          </pc:spChg>
          <pc:spChg chg="mod">
            <ac:chgData name="Yancy Shepherd" userId="fac8d4dc-696b-49bc-8588-c92a9a1cd195" providerId="ADAL" clId="{1DA61E42-EAFC-5D76-8A89-7D2348EA8B7F}" dt="2026-08-07T19:31:13.058" v="42" actId="26606"/>
            <ac:spMkLst>
              <pc:docMk/>
              <pc:sldMasterMk cId="0" sldId="2147483648"/>
              <pc:sldLayoutMk cId="0" sldId="2147483650"/>
              <ac:spMk id="3" creationId="{6C2DD052-3E45-E789-01F8-33250024ECBD}"/>
            </ac:spMkLst>
          </pc:spChg>
          <pc:spChg chg="mod">
            <ac:chgData name="Yancy Shepherd" userId="fac8d4dc-696b-49bc-8588-c92a9a1cd195" providerId="ADAL" clId="{1DA61E42-EAFC-5D76-8A89-7D2348EA8B7F}" dt="2026-08-07T19:31:13.058" v="42" actId="26606"/>
            <ac:spMkLst>
              <pc:docMk/>
              <pc:sldMasterMk cId="0" sldId="2147483648"/>
              <pc:sldLayoutMk cId="0" sldId="2147483650"/>
              <ac:spMk id="7" creationId="{64FD1A6D-2D8E-1FD1-C1AC-CB5E9D5A15CD}"/>
            </ac:spMkLst>
          </pc:spChg>
          <pc:spChg chg="mod">
            <ac:chgData name="Yancy Shepherd" userId="fac8d4dc-696b-49bc-8588-c92a9a1cd195" providerId="ADAL" clId="{1DA61E42-EAFC-5D76-8A89-7D2348EA8B7F}" dt="2026-08-07T19:31:13.058" v="42" actId="26606"/>
            <ac:spMkLst>
              <pc:docMk/>
              <pc:sldMasterMk cId="0" sldId="2147483648"/>
              <pc:sldLayoutMk cId="0" sldId="2147483650"/>
              <ac:spMk id="8" creationId="{B406F310-2B8D-3C32-560C-686817E6B487}"/>
            </ac:spMkLst>
          </pc:spChg>
          <pc:spChg chg="mod">
            <ac:chgData name="Yancy Shepherd" userId="fac8d4dc-696b-49bc-8588-c92a9a1cd195" providerId="ADAL" clId="{1DA61E42-EAFC-5D76-8A89-7D2348EA8B7F}" dt="2026-08-07T19:31:13.058" v="42" actId="26606"/>
            <ac:spMkLst>
              <pc:docMk/>
              <pc:sldMasterMk cId="0" sldId="2147483648"/>
              <pc:sldLayoutMk cId="0" sldId="2147483650"/>
              <ac:spMk id="9" creationId="{27305BC9-1670-00D4-5A66-F52444DA9C94}"/>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1"/>
          </pc:sldLayoutMkLst>
          <pc:spChg chg="mod">
            <ac:chgData name="Yancy Shepherd" userId="fac8d4dc-696b-49bc-8588-c92a9a1cd195" providerId="ADAL" clId="{1DA61E42-EAFC-5D76-8A89-7D2348EA8B7F}" dt="2026-08-07T19:31:13.058" v="42" actId="26606"/>
            <ac:spMkLst>
              <pc:docMk/>
              <pc:sldMasterMk cId="0" sldId="2147483648"/>
              <pc:sldLayoutMk cId="0" sldId="2147483651"/>
              <ac:spMk id="3" creationId="{2BDC76B8-60F6-62D3-9F73-E81662203017}"/>
            </ac:spMkLst>
          </pc:spChg>
          <pc:spChg chg="mod">
            <ac:chgData name="Yancy Shepherd" userId="fac8d4dc-696b-49bc-8588-c92a9a1cd195" providerId="ADAL" clId="{1DA61E42-EAFC-5D76-8A89-7D2348EA8B7F}" dt="2026-08-07T19:31:13.058" v="42" actId="26606"/>
            <ac:spMkLst>
              <pc:docMk/>
              <pc:sldMasterMk cId="0" sldId="2147483648"/>
              <pc:sldLayoutMk cId="0" sldId="2147483651"/>
              <ac:spMk id="4" creationId="{E9134185-2980-312E-60AF-F360D16FB9EB}"/>
            </ac:spMkLst>
          </pc:spChg>
          <pc:spChg chg="mod">
            <ac:chgData name="Yancy Shepherd" userId="fac8d4dc-696b-49bc-8588-c92a9a1cd195" providerId="ADAL" clId="{1DA61E42-EAFC-5D76-8A89-7D2348EA8B7F}" dt="2026-08-07T19:31:13.058" v="42" actId="26606"/>
            <ac:spMkLst>
              <pc:docMk/>
              <pc:sldMasterMk cId="0" sldId="2147483648"/>
              <pc:sldLayoutMk cId="0" sldId="2147483651"/>
              <ac:spMk id="11" creationId="{B24A208E-BD69-BB12-21B8-DA405B501FA8}"/>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2"/>
          </pc:sldLayoutMkLst>
          <pc:spChg chg="mod">
            <ac:chgData name="Yancy Shepherd" userId="fac8d4dc-696b-49bc-8588-c92a9a1cd195" providerId="ADAL" clId="{1DA61E42-EAFC-5D76-8A89-7D2348EA8B7F}" dt="2026-08-07T19:31:13.058" v="42" actId="26606"/>
            <ac:spMkLst>
              <pc:docMk/>
              <pc:sldMasterMk cId="0" sldId="2147483648"/>
              <pc:sldLayoutMk cId="0" sldId="2147483652"/>
              <ac:spMk id="3" creationId="{2BDC76B8-60F6-62D3-9F73-E81662203017}"/>
            </ac:spMkLst>
          </pc:spChg>
          <pc:spChg chg="mod">
            <ac:chgData name="Yancy Shepherd" userId="fac8d4dc-696b-49bc-8588-c92a9a1cd195" providerId="ADAL" clId="{1DA61E42-EAFC-5D76-8A89-7D2348EA8B7F}" dt="2026-08-07T19:31:13.058" v="42" actId="26606"/>
            <ac:spMkLst>
              <pc:docMk/>
              <pc:sldMasterMk cId="0" sldId="2147483648"/>
              <pc:sldLayoutMk cId="0" sldId="2147483652"/>
              <ac:spMk id="4" creationId="{7D33E0DC-DE5C-286F-36BD-6985F4A6C3DB}"/>
            </ac:spMkLst>
          </pc:spChg>
          <pc:spChg chg="mod">
            <ac:chgData name="Yancy Shepherd" userId="fac8d4dc-696b-49bc-8588-c92a9a1cd195" providerId="ADAL" clId="{1DA61E42-EAFC-5D76-8A89-7D2348EA8B7F}" dt="2026-08-07T19:31:13.058" v="42" actId="26606"/>
            <ac:spMkLst>
              <pc:docMk/>
              <pc:sldMasterMk cId="0" sldId="2147483648"/>
              <pc:sldLayoutMk cId="0" sldId="2147483652"/>
              <ac:spMk id="5" creationId="{AA3F14EE-EFB3-D2DC-CEAA-621D66627158}"/>
            </ac:spMkLst>
          </pc:spChg>
          <pc:spChg chg="mod">
            <ac:chgData name="Yancy Shepherd" userId="fac8d4dc-696b-49bc-8588-c92a9a1cd195" providerId="ADAL" clId="{1DA61E42-EAFC-5D76-8A89-7D2348EA8B7F}" dt="2026-08-07T19:31:13.058" v="42" actId="26606"/>
            <ac:spMkLst>
              <pc:docMk/>
              <pc:sldMasterMk cId="0" sldId="2147483648"/>
              <pc:sldLayoutMk cId="0" sldId="2147483652"/>
              <ac:spMk id="6" creationId="{570B1373-40A5-190F-BE9F-8FC310F7B0D2}"/>
            </ac:spMkLst>
          </pc:spChg>
          <pc:spChg chg="mod">
            <ac:chgData name="Yancy Shepherd" userId="fac8d4dc-696b-49bc-8588-c92a9a1cd195" providerId="ADAL" clId="{1DA61E42-EAFC-5D76-8A89-7D2348EA8B7F}" dt="2026-08-07T19:31:13.058" v="42" actId="26606"/>
            <ac:spMkLst>
              <pc:docMk/>
              <pc:sldMasterMk cId="0" sldId="2147483648"/>
              <pc:sldLayoutMk cId="0" sldId="2147483652"/>
              <ac:spMk id="10" creationId="{1207AF81-9CDB-689F-CE00-62257104ECAA}"/>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3"/>
          </pc:sldLayoutMkLst>
          <pc:spChg chg="mod">
            <ac:chgData name="Yancy Shepherd" userId="fac8d4dc-696b-49bc-8588-c92a9a1cd195" providerId="ADAL" clId="{1DA61E42-EAFC-5D76-8A89-7D2348EA8B7F}" dt="2026-08-07T19:31:13.058" v="42" actId="26606"/>
            <ac:spMkLst>
              <pc:docMk/>
              <pc:sldMasterMk cId="0" sldId="2147483648"/>
              <pc:sldLayoutMk cId="0" sldId="2147483653"/>
              <ac:spMk id="3" creationId="{68197F50-0DC4-261A-813C-264E7361D716}"/>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4"/>
          </pc:sldLayoutMkLst>
          <pc:spChg chg="mod">
            <ac:chgData name="Yancy Shepherd" userId="fac8d4dc-696b-49bc-8588-c92a9a1cd195" providerId="ADAL" clId="{1DA61E42-EAFC-5D76-8A89-7D2348EA8B7F}" dt="2026-08-07T19:31:13.058" v="42" actId="26606"/>
            <ac:spMkLst>
              <pc:docMk/>
              <pc:sldMasterMk cId="0" sldId="2147483648"/>
              <pc:sldLayoutMk cId="0" sldId="2147483654"/>
              <ac:spMk id="2" creationId="{4E4019F8-742E-9EEF-F591-C9666AC32AF1}"/>
            </ac:spMkLst>
          </pc:spChg>
          <pc:spChg chg="mod">
            <ac:chgData name="Yancy Shepherd" userId="fac8d4dc-696b-49bc-8588-c92a9a1cd195" providerId="ADAL" clId="{1DA61E42-EAFC-5D76-8A89-7D2348EA8B7F}" dt="2026-08-07T19:31:13.058" v="42" actId="26606"/>
            <ac:spMkLst>
              <pc:docMk/>
              <pc:sldMasterMk cId="0" sldId="2147483648"/>
              <pc:sldLayoutMk cId="0" sldId="2147483654"/>
              <ac:spMk id="5" creationId="{01E193C2-09EC-BB41-5A34-007D34EB8B49}"/>
            </ac:spMkLst>
          </pc:spChg>
          <pc:spChg chg="mod">
            <ac:chgData name="Yancy Shepherd" userId="fac8d4dc-696b-49bc-8588-c92a9a1cd195" providerId="ADAL" clId="{1DA61E42-EAFC-5D76-8A89-7D2348EA8B7F}" dt="2026-08-07T19:31:13.058" v="42" actId="26606"/>
            <ac:spMkLst>
              <pc:docMk/>
              <pc:sldMasterMk cId="0" sldId="2147483648"/>
              <pc:sldLayoutMk cId="0" sldId="2147483654"/>
              <ac:spMk id="7" creationId="{28C8B19A-6FC1-2B71-0BFB-9274CBF396B9}"/>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5"/>
          </pc:sldLayoutMkLst>
          <pc:spChg chg="mod">
            <ac:chgData name="Yancy Shepherd" userId="fac8d4dc-696b-49bc-8588-c92a9a1cd195" providerId="ADAL" clId="{1DA61E42-EAFC-5D76-8A89-7D2348EA8B7F}" dt="2026-08-07T19:31:13.058" v="42" actId="26606"/>
            <ac:spMkLst>
              <pc:docMk/>
              <pc:sldMasterMk cId="0" sldId="2147483648"/>
              <pc:sldLayoutMk cId="0" sldId="2147483655"/>
              <ac:spMk id="2" creationId="{4E4019F8-742E-9EEF-F591-C9666AC32AF1}"/>
            </ac:spMkLst>
          </pc:spChg>
          <pc:spChg chg="mod">
            <ac:chgData name="Yancy Shepherd" userId="fac8d4dc-696b-49bc-8588-c92a9a1cd195" providerId="ADAL" clId="{1DA61E42-EAFC-5D76-8A89-7D2348EA8B7F}" dt="2026-08-07T19:31:13.058" v="42" actId="26606"/>
            <ac:spMkLst>
              <pc:docMk/>
              <pc:sldMasterMk cId="0" sldId="2147483648"/>
              <pc:sldLayoutMk cId="0" sldId="2147483655"/>
              <ac:spMk id="4" creationId="{0B12CFE6-D05E-5478-B3A4-81DC4DCD7410}"/>
            </ac:spMkLst>
          </pc:spChg>
          <pc:spChg chg="mod">
            <ac:chgData name="Yancy Shepherd" userId="fac8d4dc-696b-49bc-8588-c92a9a1cd195" providerId="ADAL" clId="{1DA61E42-EAFC-5D76-8A89-7D2348EA8B7F}" dt="2026-08-07T19:31:13.058" v="42" actId="26606"/>
            <ac:spMkLst>
              <pc:docMk/>
              <pc:sldMasterMk cId="0" sldId="2147483648"/>
              <pc:sldLayoutMk cId="0" sldId="2147483655"/>
              <ac:spMk id="5" creationId="{626B86D3-24E1-029E-BA22-9F17F9517D65}"/>
            </ac:spMkLst>
          </pc:spChg>
          <pc:spChg chg="mod">
            <ac:chgData name="Yancy Shepherd" userId="fac8d4dc-696b-49bc-8588-c92a9a1cd195" providerId="ADAL" clId="{1DA61E42-EAFC-5D76-8A89-7D2348EA8B7F}" dt="2026-08-07T19:31:13.058" v="42" actId="26606"/>
            <ac:spMkLst>
              <pc:docMk/>
              <pc:sldMasterMk cId="0" sldId="2147483648"/>
              <pc:sldLayoutMk cId="0" sldId="2147483655"/>
              <ac:spMk id="7" creationId="{28C8B19A-6FC1-2B71-0BFB-9274CBF396B9}"/>
            </ac:spMkLst>
          </pc:spChg>
          <pc:spChg chg="mod">
            <ac:chgData name="Yancy Shepherd" userId="fac8d4dc-696b-49bc-8588-c92a9a1cd195" providerId="ADAL" clId="{1DA61E42-EAFC-5D76-8A89-7D2348EA8B7F}" dt="2026-08-07T19:31:13.058" v="42" actId="26606"/>
            <ac:spMkLst>
              <pc:docMk/>
              <pc:sldMasterMk cId="0" sldId="2147483648"/>
              <pc:sldLayoutMk cId="0" sldId="2147483655"/>
              <ac:spMk id="8" creationId="{9AC20259-235D-F9C3-3788-C1457976F5AC}"/>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6"/>
          </pc:sldLayoutMkLst>
          <pc:spChg chg="mod">
            <ac:chgData name="Yancy Shepherd" userId="fac8d4dc-696b-49bc-8588-c92a9a1cd195" providerId="ADAL" clId="{1DA61E42-EAFC-5D76-8A89-7D2348EA8B7F}" dt="2026-08-07T19:31:13.058" v="42" actId="26606"/>
            <ac:spMkLst>
              <pc:docMk/>
              <pc:sldMasterMk cId="0" sldId="2147483648"/>
              <pc:sldLayoutMk cId="0" sldId="2147483656"/>
              <ac:spMk id="2" creationId="{A8D9253F-93F3-9EB9-BFA6-49C9461DE0DB}"/>
            </ac:spMkLst>
          </pc:spChg>
          <pc:spChg chg="mod">
            <ac:chgData name="Yancy Shepherd" userId="fac8d4dc-696b-49bc-8588-c92a9a1cd195" providerId="ADAL" clId="{1DA61E42-EAFC-5D76-8A89-7D2348EA8B7F}" dt="2026-08-07T19:31:13.058" v="42" actId="26606"/>
            <ac:spMkLst>
              <pc:docMk/>
              <pc:sldMasterMk cId="0" sldId="2147483648"/>
              <pc:sldLayoutMk cId="0" sldId="2147483656"/>
              <ac:spMk id="3" creationId="{83A196D4-110B-6911-7AF5-9149D3FFF8BC}"/>
            </ac:spMkLst>
          </pc:spChg>
          <pc:spChg chg="mod">
            <ac:chgData name="Yancy Shepherd" userId="fac8d4dc-696b-49bc-8588-c92a9a1cd195" providerId="ADAL" clId="{1DA61E42-EAFC-5D76-8A89-7D2348EA8B7F}" dt="2026-08-07T19:31:13.058" v="42" actId="26606"/>
            <ac:spMkLst>
              <pc:docMk/>
              <pc:sldMasterMk cId="0" sldId="2147483648"/>
              <pc:sldLayoutMk cId="0" sldId="2147483656"/>
              <ac:spMk id="5" creationId="{C0178B15-836F-D50E-D616-40C9373248FF}"/>
            </ac:spMkLst>
          </pc:spChg>
          <pc:spChg chg="mod">
            <ac:chgData name="Yancy Shepherd" userId="fac8d4dc-696b-49bc-8588-c92a9a1cd195" providerId="ADAL" clId="{1DA61E42-EAFC-5D76-8A89-7D2348EA8B7F}" dt="2026-08-07T19:31:13.058" v="42" actId="26606"/>
            <ac:spMkLst>
              <pc:docMk/>
              <pc:sldMasterMk cId="0" sldId="2147483648"/>
              <pc:sldLayoutMk cId="0" sldId="2147483656"/>
              <ac:spMk id="8" creationId="{FFB4667A-FE47-8556-FD3A-55FDBA801D76}"/>
            </ac:spMkLst>
          </pc:spChg>
          <pc:spChg chg="mod">
            <ac:chgData name="Yancy Shepherd" userId="fac8d4dc-696b-49bc-8588-c92a9a1cd195" providerId="ADAL" clId="{1DA61E42-EAFC-5D76-8A89-7D2348EA8B7F}" dt="2026-08-07T19:31:13.058" v="42" actId="26606"/>
            <ac:spMkLst>
              <pc:docMk/>
              <pc:sldMasterMk cId="0" sldId="2147483648"/>
              <pc:sldLayoutMk cId="0" sldId="2147483656"/>
              <ac:spMk id="9" creationId="{B94C6C96-D651-5D6B-830B-07E5A35424C7}"/>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7"/>
          </pc:sldLayoutMkLst>
          <pc:spChg chg="mod">
            <ac:chgData name="Yancy Shepherd" userId="fac8d4dc-696b-49bc-8588-c92a9a1cd195" providerId="ADAL" clId="{1DA61E42-EAFC-5D76-8A89-7D2348EA8B7F}" dt="2026-08-07T19:31:13.058" v="42" actId="26606"/>
            <ac:spMkLst>
              <pc:docMk/>
              <pc:sldMasterMk cId="0" sldId="2147483648"/>
              <pc:sldLayoutMk cId="0" sldId="2147483657"/>
              <ac:spMk id="2" creationId="{BC7433D9-FD02-59E2-0F81-A0B7201D2DA0}"/>
            </ac:spMkLst>
          </pc:spChg>
          <pc:spChg chg="mod">
            <ac:chgData name="Yancy Shepherd" userId="fac8d4dc-696b-49bc-8588-c92a9a1cd195" providerId="ADAL" clId="{1DA61E42-EAFC-5D76-8A89-7D2348EA8B7F}" dt="2026-08-07T19:31:13.058" v="42" actId="26606"/>
            <ac:spMkLst>
              <pc:docMk/>
              <pc:sldMasterMk cId="0" sldId="2147483648"/>
              <pc:sldLayoutMk cId="0" sldId="2147483657"/>
              <ac:spMk id="4" creationId="{10752728-D41A-655E-871F-F76147E0E991}"/>
            </ac:spMkLst>
          </pc:spChg>
          <pc:spChg chg="mod">
            <ac:chgData name="Yancy Shepherd" userId="fac8d4dc-696b-49bc-8588-c92a9a1cd195" providerId="ADAL" clId="{1DA61E42-EAFC-5D76-8A89-7D2348EA8B7F}" dt="2026-08-07T19:31:13.058" v="42" actId="26606"/>
            <ac:spMkLst>
              <pc:docMk/>
              <pc:sldMasterMk cId="0" sldId="2147483648"/>
              <pc:sldLayoutMk cId="0" sldId="2147483657"/>
              <ac:spMk id="5" creationId="{37A9910B-18FC-4A92-025A-A88AC7CD6B13}"/>
            </ac:spMkLst>
          </pc:spChg>
          <pc:spChg chg="mod">
            <ac:chgData name="Yancy Shepherd" userId="fac8d4dc-696b-49bc-8588-c92a9a1cd195" providerId="ADAL" clId="{1DA61E42-EAFC-5D76-8A89-7D2348EA8B7F}" dt="2026-08-07T19:31:13.058" v="42" actId="26606"/>
            <ac:spMkLst>
              <pc:docMk/>
              <pc:sldMasterMk cId="0" sldId="2147483648"/>
              <pc:sldLayoutMk cId="0" sldId="2147483657"/>
              <ac:spMk id="8" creationId="{8C71126E-AEFA-B45A-CD39-AC1315E03339}"/>
            </ac:spMkLst>
          </pc:spChg>
          <pc:spChg chg="mod">
            <ac:chgData name="Yancy Shepherd" userId="fac8d4dc-696b-49bc-8588-c92a9a1cd195" providerId="ADAL" clId="{1DA61E42-EAFC-5D76-8A89-7D2348EA8B7F}" dt="2026-08-07T19:31:13.058" v="42" actId="26606"/>
            <ac:spMkLst>
              <pc:docMk/>
              <pc:sldMasterMk cId="0" sldId="2147483648"/>
              <pc:sldLayoutMk cId="0" sldId="2147483657"/>
              <ac:spMk id="9" creationId="{EE07CC96-728B-298D-B2D6-54C4E9F0E9CA}"/>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8"/>
          </pc:sldLayoutMkLst>
          <pc:spChg chg="mod">
            <ac:chgData name="Yancy Shepherd" userId="fac8d4dc-696b-49bc-8588-c92a9a1cd195" providerId="ADAL" clId="{1DA61E42-EAFC-5D76-8A89-7D2348EA8B7F}" dt="2026-08-07T19:31:13.058" v="42" actId="26606"/>
            <ac:spMkLst>
              <pc:docMk/>
              <pc:sldMasterMk cId="0" sldId="2147483648"/>
              <pc:sldLayoutMk cId="0" sldId="2147483658"/>
              <ac:spMk id="7" creationId="{D478DAE4-13AB-5772-07E6-B3264F1E3141}"/>
            </ac:spMkLst>
          </pc:spChg>
          <pc:spChg chg="mod">
            <ac:chgData name="Yancy Shepherd" userId="fac8d4dc-696b-49bc-8588-c92a9a1cd195" providerId="ADAL" clId="{1DA61E42-EAFC-5D76-8A89-7D2348EA8B7F}" dt="2026-08-07T19:31:13.058" v="42" actId="26606"/>
            <ac:spMkLst>
              <pc:docMk/>
              <pc:sldMasterMk cId="0" sldId="2147483648"/>
              <pc:sldLayoutMk cId="0" sldId="2147483658"/>
              <ac:spMk id="9" creationId="{C65BFCB1-FAA8-D03A-3B62-DCB2CF1CA112}"/>
            </ac:spMkLst>
          </pc:spChg>
          <pc:spChg chg="mod">
            <ac:chgData name="Yancy Shepherd" userId="fac8d4dc-696b-49bc-8588-c92a9a1cd195" providerId="ADAL" clId="{1DA61E42-EAFC-5D76-8A89-7D2348EA8B7F}" dt="2026-08-07T19:31:13.058" v="42" actId="26606"/>
            <ac:spMkLst>
              <pc:docMk/>
              <pc:sldMasterMk cId="0" sldId="2147483648"/>
              <pc:sldLayoutMk cId="0" sldId="2147483658"/>
              <ac:spMk id="10" creationId="{0A608994-46CD-AAE0-DCC4-A59D26254D84}"/>
            </ac:spMkLst>
          </pc:spChg>
          <pc:spChg chg="mod">
            <ac:chgData name="Yancy Shepherd" userId="fac8d4dc-696b-49bc-8588-c92a9a1cd195" providerId="ADAL" clId="{1DA61E42-EAFC-5D76-8A89-7D2348EA8B7F}" dt="2026-08-07T19:31:13.058" v="42" actId="26606"/>
            <ac:spMkLst>
              <pc:docMk/>
              <pc:sldMasterMk cId="0" sldId="2147483648"/>
              <pc:sldLayoutMk cId="0" sldId="2147483658"/>
              <ac:spMk id="11" creationId="{7F8EA658-2652-6F81-1B04-D50C60A3F171}"/>
            </ac:spMkLst>
          </pc:spChg>
          <pc:spChg chg="mod">
            <ac:chgData name="Yancy Shepherd" userId="fac8d4dc-696b-49bc-8588-c92a9a1cd195" providerId="ADAL" clId="{1DA61E42-EAFC-5D76-8A89-7D2348EA8B7F}" dt="2026-08-07T19:31:13.058" v="42" actId="26606"/>
            <ac:spMkLst>
              <pc:docMk/>
              <pc:sldMasterMk cId="0" sldId="2147483648"/>
              <pc:sldLayoutMk cId="0" sldId="2147483658"/>
              <ac:spMk id="12" creationId="{B7D0064E-1F0E-2DDF-C6B5-9CE196C4B560}"/>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59"/>
          </pc:sldLayoutMkLst>
          <pc:spChg chg="mod">
            <ac:chgData name="Yancy Shepherd" userId="fac8d4dc-696b-49bc-8588-c92a9a1cd195" providerId="ADAL" clId="{1DA61E42-EAFC-5D76-8A89-7D2348EA8B7F}" dt="2026-08-07T19:31:13.058" v="42" actId="26606"/>
            <ac:spMkLst>
              <pc:docMk/>
              <pc:sldMasterMk cId="0" sldId="2147483648"/>
              <pc:sldLayoutMk cId="0" sldId="2147483659"/>
              <ac:spMk id="6" creationId="{72FCF01F-6AD4-FD29-865E-65BD55CF89DF}"/>
            </ac:spMkLst>
          </pc:spChg>
          <pc:spChg chg="mod">
            <ac:chgData name="Yancy Shepherd" userId="fac8d4dc-696b-49bc-8588-c92a9a1cd195" providerId="ADAL" clId="{1DA61E42-EAFC-5D76-8A89-7D2348EA8B7F}" dt="2026-08-07T19:31:13.058" v="42" actId="26606"/>
            <ac:spMkLst>
              <pc:docMk/>
              <pc:sldMasterMk cId="0" sldId="2147483648"/>
              <pc:sldLayoutMk cId="0" sldId="2147483659"/>
              <ac:spMk id="7" creationId="{3CDF6858-35EF-4C90-B3F5-339B7EF1F60F}"/>
            </ac:spMkLst>
          </pc:spChg>
          <pc:spChg chg="mod">
            <ac:chgData name="Yancy Shepherd" userId="fac8d4dc-696b-49bc-8588-c92a9a1cd195" providerId="ADAL" clId="{1DA61E42-EAFC-5D76-8A89-7D2348EA8B7F}" dt="2026-08-07T19:31:13.058" v="42" actId="26606"/>
            <ac:spMkLst>
              <pc:docMk/>
              <pc:sldMasterMk cId="0" sldId="2147483648"/>
              <pc:sldLayoutMk cId="0" sldId="2147483659"/>
              <ac:spMk id="10" creationId="{4F9B8FC8-8820-A655-2A18-E8F8FC2C72DE}"/>
            </ac:spMkLst>
          </pc:spChg>
          <pc:spChg chg="mod">
            <ac:chgData name="Yancy Shepherd" userId="fac8d4dc-696b-49bc-8588-c92a9a1cd195" providerId="ADAL" clId="{1DA61E42-EAFC-5D76-8A89-7D2348EA8B7F}" dt="2026-08-07T19:31:13.058" v="42" actId="26606"/>
            <ac:spMkLst>
              <pc:docMk/>
              <pc:sldMasterMk cId="0" sldId="2147483648"/>
              <pc:sldLayoutMk cId="0" sldId="2147483659"/>
              <ac:spMk id="11" creationId="{7F8EA658-2652-6F81-1B04-D50C60A3F171}"/>
            </ac:spMkLst>
          </pc:spChg>
          <pc:spChg chg="mod">
            <ac:chgData name="Yancy Shepherd" userId="fac8d4dc-696b-49bc-8588-c92a9a1cd195" providerId="ADAL" clId="{1DA61E42-EAFC-5D76-8A89-7D2348EA8B7F}" dt="2026-08-07T19:31:13.058" v="42" actId="26606"/>
            <ac:spMkLst>
              <pc:docMk/>
              <pc:sldMasterMk cId="0" sldId="2147483648"/>
              <pc:sldLayoutMk cId="0" sldId="2147483659"/>
              <ac:spMk id="12" creationId="{D28087CA-07B9-D0D2-3AA7-C34B5C9645B8}"/>
            </ac:spMkLst>
          </pc:spChg>
          <pc:spChg chg="mod">
            <ac:chgData name="Yancy Shepherd" userId="fac8d4dc-696b-49bc-8588-c92a9a1cd195" providerId="ADAL" clId="{1DA61E42-EAFC-5D76-8A89-7D2348EA8B7F}" dt="2026-08-07T19:31:13.058" v="42" actId="26606"/>
            <ac:spMkLst>
              <pc:docMk/>
              <pc:sldMasterMk cId="0" sldId="2147483648"/>
              <pc:sldLayoutMk cId="0" sldId="2147483659"/>
              <ac:spMk id="13" creationId="{A8C032E2-BBA3-EA74-8FE1-5AFC46A21AE1}"/>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0"/>
          </pc:sldLayoutMkLst>
          <pc:spChg chg="mod">
            <ac:chgData name="Yancy Shepherd" userId="fac8d4dc-696b-49bc-8588-c92a9a1cd195" providerId="ADAL" clId="{1DA61E42-EAFC-5D76-8A89-7D2348EA8B7F}" dt="2026-08-07T19:31:13.058" v="42" actId="26606"/>
            <ac:spMkLst>
              <pc:docMk/>
              <pc:sldMasterMk cId="0" sldId="2147483648"/>
              <pc:sldLayoutMk cId="0" sldId="2147483660"/>
              <ac:spMk id="3" creationId="{6C5AB1A9-786B-C92B-C6EA-63CE0AACFB1E}"/>
            </ac:spMkLst>
          </pc:spChg>
          <pc:spChg chg="mod">
            <ac:chgData name="Yancy Shepherd" userId="fac8d4dc-696b-49bc-8588-c92a9a1cd195" providerId="ADAL" clId="{1DA61E42-EAFC-5D76-8A89-7D2348EA8B7F}" dt="2026-08-07T19:31:13.058" v="42" actId="26606"/>
            <ac:spMkLst>
              <pc:docMk/>
              <pc:sldMasterMk cId="0" sldId="2147483648"/>
              <pc:sldLayoutMk cId="0" sldId="2147483660"/>
              <ac:spMk id="4" creationId="{7A932ED1-5750-0D24-8D58-961B6F20FA21}"/>
            </ac:spMkLst>
          </pc:spChg>
          <pc:spChg chg="mod">
            <ac:chgData name="Yancy Shepherd" userId="fac8d4dc-696b-49bc-8588-c92a9a1cd195" providerId="ADAL" clId="{1DA61E42-EAFC-5D76-8A89-7D2348EA8B7F}" dt="2026-08-07T19:31:13.058" v="42" actId="26606"/>
            <ac:spMkLst>
              <pc:docMk/>
              <pc:sldMasterMk cId="0" sldId="2147483648"/>
              <pc:sldLayoutMk cId="0" sldId="2147483660"/>
              <ac:spMk id="5" creationId="{C6115057-015C-DC83-074A-D22D9E0B6CD2}"/>
            </ac:spMkLst>
          </pc:spChg>
          <pc:spChg chg="mod">
            <ac:chgData name="Yancy Shepherd" userId="fac8d4dc-696b-49bc-8588-c92a9a1cd195" providerId="ADAL" clId="{1DA61E42-EAFC-5D76-8A89-7D2348EA8B7F}" dt="2026-08-07T19:31:13.058" v="42" actId="26606"/>
            <ac:spMkLst>
              <pc:docMk/>
              <pc:sldMasterMk cId="0" sldId="2147483648"/>
              <pc:sldLayoutMk cId="0" sldId="2147483660"/>
              <ac:spMk id="6" creationId="{B6324527-5F82-8213-FFB9-A5E6BEB2314F}"/>
            </ac:spMkLst>
          </pc:spChg>
          <pc:spChg chg="mod">
            <ac:chgData name="Yancy Shepherd" userId="fac8d4dc-696b-49bc-8588-c92a9a1cd195" providerId="ADAL" clId="{1DA61E42-EAFC-5D76-8A89-7D2348EA8B7F}" dt="2026-08-07T19:31:13.058" v="42" actId="26606"/>
            <ac:spMkLst>
              <pc:docMk/>
              <pc:sldMasterMk cId="0" sldId="2147483648"/>
              <pc:sldLayoutMk cId="0" sldId="2147483660"/>
              <ac:spMk id="8" creationId="{42028964-5597-F5F0-6AEA-C79255C9BCE9}"/>
            </ac:spMkLst>
          </pc:spChg>
          <pc:spChg chg="mod">
            <ac:chgData name="Yancy Shepherd" userId="fac8d4dc-696b-49bc-8588-c92a9a1cd195" providerId="ADAL" clId="{1DA61E42-EAFC-5D76-8A89-7D2348EA8B7F}" dt="2026-08-07T19:31:13.058" v="42" actId="26606"/>
            <ac:spMkLst>
              <pc:docMk/>
              <pc:sldMasterMk cId="0" sldId="2147483648"/>
              <pc:sldLayoutMk cId="0" sldId="2147483660"/>
              <ac:spMk id="9" creationId="{01598DB3-17DB-7EDD-0F42-9866A753C2DD}"/>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1"/>
          </pc:sldLayoutMkLst>
          <pc:spChg chg="mod">
            <ac:chgData name="Yancy Shepherd" userId="fac8d4dc-696b-49bc-8588-c92a9a1cd195" providerId="ADAL" clId="{1DA61E42-EAFC-5D76-8A89-7D2348EA8B7F}" dt="2026-08-07T19:31:13.058" v="42" actId="26606"/>
            <ac:spMkLst>
              <pc:docMk/>
              <pc:sldMasterMk cId="0" sldId="2147483648"/>
              <pc:sldLayoutMk cId="0" sldId="2147483661"/>
              <ac:spMk id="2" creationId="{BCB15000-16D8-B5F1-E35B-BAE97B4E6EE4}"/>
            </ac:spMkLst>
          </pc:spChg>
          <pc:spChg chg="mod">
            <ac:chgData name="Yancy Shepherd" userId="fac8d4dc-696b-49bc-8588-c92a9a1cd195" providerId="ADAL" clId="{1DA61E42-EAFC-5D76-8A89-7D2348EA8B7F}" dt="2026-08-07T19:31:13.058" v="42" actId="26606"/>
            <ac:spMkLst>
              <pc:docMk/>
              <pc:sldMasterMk cId="0" sldId="2147483648"/>
              <pc:sldLayoutMk cId="0" sldId="2147483661"/>
              <ac:spMk id="3" creationId="{B022A1E6-0A6D-9476-5034-0BDE3EE38B91}"/>
            </ac:spMkLst>
          </pc:spChg>
          <pc:spChg chg="mod">
            <ac:chgData name="Yancy Shepherd" userId="fac8d4dc-696b-49bc-8588-c92a9a1cd195" providerId="ADAL" clId="{1DA61E42-EAFC-5D76-8A89-7D2348EA8B7F}" dt="2026-08-07T19:31:13.058" v="42" actId="26606"/>
            <ac:spMkLst>
              <pc:docMk/>
              <pc:sldMasterMk cId="0" sldId="2147483648"/>
              <pc:sldLayoutMk cId="0" sldId="2147483661"/>
              <ac:spMk id="9" creationId="{8917C8CF-AEBF-835D-4503-06A0208049F0}"/>
            </ac:spMkLst>
          </pc:spChg>
          <pc:spChg chg="mod">
            <ac:chgData name="Yancy Shepherd" userId="fac8d4dc-696b-49bc-8588-c92a9a1cd195" providerId="ADAL" clId="{1DA61E42-EAFC-5D76-8A89-7D2348EA8B7F}" dt="2026-08-07T19:31:13.058" v="42" actId="26606"/>
            <ac:spMkLst>
              <pc:docMk/>
              <pc:sldMasterMk cId="0" sldId="2147483648"/>
              <pc:sldLayoutMk cId="0" sldId="2147483661"/>
              <ac:spMk id="10" creationId="{13662962-C2D0-E99D-BD6A-C97F4798F261}"/>
            </ac:spMkLst>
          </pc:spChg>
          <pc:spChg chg="mod">
            <ac:chgData name="Yancy Shepherd" userId="fac8d4dc-696b-49bc-8588-c92a9a1cd195" providerId="ADAL" clId="{1DA61E42-EAFC-5D76-8A89-7D2348EA8B7F}" dt="2026-08-07T19:31:13.058" v="42" actId="26606"/>
            <ac:spMkLst>
              <pc:docMk/>
              <pc:sldMasterMk cId="0" sldId="2147483648"/>
              <pc:sldLayoutMk cId="0" sldId="2147483661"/>
              <ac:spMk id="11" creationId="{6B8D4096-4B0D-5226-C004-475A83BE8BFE}"/>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2"/>
          </pc:sldLayoutMkLst>
          <pc:spChg chg="mod">
            <ac:chgData name="Yancy Shepherd" userId="fac8d4dc-696b-49bc-8588-c92a9a1cd195" providerId="ADAL" clId="{1DA61E42-EAFC-5D76-8A89-7D2348EA8B7F}" dt="2026-08-07T19:31:13.058" v="42" actId="26606"/>
            <ac:spMkLst>
              <pc:docMk/>
              <pc:sldMasterMk cId="0" sldId="2147483648"/>
              <pc:sldLayoutMk cId="0" sldId="2147483662"/>
              <ac:spMk id="8" creationId="{98B87BE0-867D-AF74-02DD-6F5420BC6D61}"/>
            </ac:spMkLst>
          </pc:spChg>
          <pc:spChg chg="mod">
            <ac:chgData name="Yancy Shepherd" userId="fac8d4dc-696b-49bc-8588-c92a9a1cd195" providerId="ADAL" clId="{1DA61E42-EAFC-5D76-8A89-7D2348EA8B7F}" dt="2026-08-07T19:31:13.058" v="42" actId="26606"/>
            <ac:spMkLst>
              <pc:docMk/>
              <pc:sldMasterMk cId="0" sldId="2147483648"/>
              <pc:sldLayoutMk cId="0" sldId="2147483662"/>
              <ac:spMk id="9" creationId="{7B86FDEC-359F-20D5-12F6-5CBA3DC009EA}"/>
            </ac:spMkLst>
          </pc:spChg>
          <pc:spChg chg="mod">
            <ac:chgData name="Yancy Shepherd" userId="fac8d4dc-696b-49bc-8588-c92a9a1cd195" providerId="ADAL" clId="{1DA61E42-EAFC-5D76-8A89-7D2348EA8B7F}" dt="2026-08-07T19:31:13.058" v="42" actId="26606"/>
            <ac:spMkLst>
              <pc:docMk/>
              <pc:sldMasterMk cId="0" sldId="2147483648"/>
              <pc:sldLayoutMk cId="0" sldId="2147483662"/>
              <ac:spMk id="10" creationId="{4784CE43-81E9-3B12-CB65-9B5FC6ECE9ED}"/>
            </ac:spMkLst>
          </pc:spChg>
          <pc:spChg chg="mod">
            <ac:chgData name="Yancy Shepherd" userId="fac8d4dc-696b-49bc-8588-c92a9a1cd195" providerId="ADAL" clId="{1DA61E42-EAFC-5D76-8A89-7D2348EA8B7F}" dt="2026-08-07T19:31:13.058" v="42" actId="26606"/>
            <ac:spMkLst>
              <pc:docMk/>
              <pc:sldMasterMk cId="0" sldId="2147483648"/>
              <pc:sldLayoutMk cId="0" sldId="2147483662"/>
              <ac:spMk id="11" creationId="{779F1775-5104-9F86-4A61-07F914947CC9}"/>
            </ac:spMkLst>
          </pc:spChg>
          <pc:spChg chg="mod">
            <ac:chgData name="Yancy Shepherd" userId="fac8d4dc-696b-49bc-8588-c92a9a1cd195" providerId="ADAL" clId="{1DA61E42-EAFC-5D76-8A89-7D2348EA8B7F}" dt="2026-08-07T19:31:13.058" v="42" actId="26606"/>
            <ac:spMkLst>
              <pc:docMk/>
              <pc:sldMasterMk cId="0" sldId="2147483648"/>
              <pc:sldLayoutMk cId="0" sldId="2147483662"/>
              <ac:spMk id="12" creationId="{FBEF9CB2-E8D7-8869-9B11-C58F1606DFE0}"/>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3"/>
          </pc:sldLayoutMkLst>
          <pc:spChg chg="mod">
            <ac:chgData name="Yancy Shepherd" userId="fac8d4dc-696b-49bc-8588-c92a9a1cd195" providerId="ADAL" clId="{1DA61E42-EAFC-5D76-8A89-7D2348EA8B7F}" dt="2026-08-07T19:31:13.058" v="42" actId="26606"/>
            <ac:spMkLst>
              <pc:docMk/>
              <pc:sldMasterMk cId="0" sldId="2147483648"/>
              <pc:sldLayoutMk cId="0" sldId="2147483663"/>
              <ac:spMk id="2" creationId="{FAF3BB49-A328-F121-7F27-DEB7C3CC2B0F}"/>
            </ac:spMkLst>
          </pc:spChg>
          <pc:spChg chg="mod">
            <ac:chgData name="Yancy Shepherd" userId="fac8d4dc-696b-49bc-8588-c92a9a1cd195" providerId="ADAL" clId="{1DA61E42-EAFC-5D76-8A89-7D2348EA8B7F}" dt="2026-08-07T19:31:13.058" v="42" actId="26606"/>
            <ac:spMkLst>
              <pc:docMk/>
              <pc:sldMasterMk cId="0" sldId="2147483648"/>
              <pc:sldLayoutMk cId="0" sldId="2147483663"/>
              <ac:spMk id="3" creationId="{74736F65-8A7D-D535-AAD0-31480F8AD318}"/>
            </ac:spMkLst>
          </pc:spChg>
          <pc:spChg chg="mod">
            <ac:chgData name="Yancy Shepherd" userId="fac8d4dc-696b-49bc-8588-c92a9a1cd195" providerId="ADAL" clId="{1DA61E42-EAFC-5D76-8A89-7D2348EA8B7F}" dt="2026-08-07T19:31:13.058" v="42" actId="26606"/>
            <ac:spMkLst>
              <pc:docMk/>
              <pc:sldMasterMk cId="0" sldId="2147483648"/>
              <pc:sldLayoutMk cId="0" sldId="2147483663"/>
              <ac:spMk id="4" creationId="{C64245F1-97E2-FD23-26A5-03067F464698}"/>
            </ac:spMkLst>
          </pc:spChg>
          <pc:spChg chg="mod">
            <ac:chgData name="Yancy Shepherd" userId="fac8d4dc-696b-49bc-8588-c92a9a1cd195" providerId="ADAL" clId="{1DA61E42-EAFC-5D76-8A89-7D2348EA8B7F}" dt="2026-08-07T19:31:13.058" v="42" actId="26606"/>
            <ac:spMkLst>
              <pc:docMk/>
              <pc:sldMasterMk cId="0" sldId="2147483648"/>
              <pc:sldLayoutMk cId="0" sldId="2147483663"/>
              <ac:spMk id="5" creationId="{15E75D5B-F407-F4DD-192B-D56CF168CDA4}"/>
            </ac:spMkLst>
          </pc:spChg>
          <pc:spChg chg="mod">
            <ac:chgData name="Yancy Shepherd" userId="fac8d4dc-696b-49bc-8588-c92a9a1cd195" providerId="ADAL" clId="{1DA61E42-EAFC-5D76-8A89-7D2348EA8B7F}" dt="2026-08-07T19:31:13.058" v="42" actId="26606"/>
            <ac:spMkLst>
              <pc:docMk/>
              <pc:sldMasterMk cId="0" sldId="2147483648"/>
              <pc:sldLayoutMk cId="0" sldId="2147483663"/>
              <ac:spMk id="8" creationId="{747AED59-1A26-9C13-8482-7857E7DEFE52}"/>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4"/>
          </pc:sldLayoutMkLst>
          <pc:spChg chg="mod">
            <ac:chgData name="Yancy Shepherd" userId="fac8d4dc-696b-49bc-8588-c92a9a1cd195" providerId="ADAL" clId="{1DA61E42-EAFC-5D76-8A89-7D2348EA8B7F}" dt="2026-08-07T19:31:13.058" v="42" actId="26606"/>
            <ac:spMkLst>
              <pc:docMk/>
              <pc:sldMasterMk cId="0" sldId="2147483648"/>
              <pc:sldLayoutMk cId="0" sldId="2147483664"/>
              <ac:spMk id="2" creationId="{4546533B-13A8-961D-BD05-8DE715F63409}"/>
            </ac:spMkLst>
          </pc:spChg>
          <pc:spChg chg="mod">
            <ac:chgData name="Yancy Shepherd" userId="fac8d4dc-696b-49bc-8588-c92a9a1cd195" providerId="ADAL" clId="{1DA61E42-EAFC-5D76-8A89-7D2348EA8B7F}" dt="2026-08-07T19:31:13.058" v="42" actId="26606"/>
            <ac:spMkLst>
              <pc:docMk/>
              <pc:sldMasterMk cId="0" sldId="2147483648"/>
              <pc:sldLayoutMk cId="0" sldId="2147483664"/>
              <ac:spMk id="3" creationId="{DB686070-85E7-EB57-8965-F95F2692CC62}"/>
            </ac:spMkLst>
          </pc:spChg>
          <pc:spChg chg="mod">
            <ac:chgData name="Yancy Shepherd" userId="fac8d4dc-696b-49bc-8588-c92a9a1cd195" providerId="ADAL" clId="{1DA61E42-EAFC-5D76-8A89-7D2348EA8B7F}" dt="2026-08-07T19:31:13.058" v="42" actId="26606"/>
            <ac:spMkLst>
              <pc:docMk/>
              <pc:sldMasterMk cId="0" sldId="2147483648"/>
              <pc:sldLayoutMk cId="0" sldId="2147483664"/>
              <ac:spMk id="6" creationId="{9349FD65-108E-79AD-A9C8-91429963386F}"/>
            </ac:spMkLst>
          </pc:spChg>
          <pc:spChg chg="mod">
            <ac:chgData name="Yancy Shepherd" userId="fac8d4dc-696b-49bc-8588-c92a9a1cd195" providerId="ADAL" clId="{1DA61E42-EAFC-5D76-8A89-7D2348EA8B7F}" dt="2026-08-07T19:31:13.058" v="42" actId="26606"/>
            <ac:spMkLst>
              <pc:docMk/>
              <pc:sldMasterMk cId="0" sldId="2147483648"/>
              <pc:sldLayoutMk cId="0" sldId="2147483664"/>
              <ac:spMk id="7" creationId="{EB058DA4-9F6F-CC80-D1C5-728E096806C3}"/>
            </ac:spMkLst>
          </pc:spChg>
          <pc:spChg chg="mod">
            <ac:chgData name="Yancy Shepherd" userId="fac8d4dc-696b-49bc-8588-c92a9a1cd195" providerId="ADAL" clId="{1DA61E42-EAFC-5D76-8A89-7D2348EA8B7F}" dt="2026-08-07T19:31:13.058" v="42" actId="26606"/>
            <ac:spMkLst>
              <pc:docMk/>
              <pc:sldMasterMk cId="0" sldId="2147483648"/>
              <pc:sldLayoutMk cId="0" sldId="2147483664"/>
              <ac:spMk id="11" creationId="{7F8EA658-2652-6F81-1B04-D50C60A3F171}"/>
            </ac:spMkLst>
          </pc:spChg>
          <pc:spChg chg="mod">
            <ac:chgData name="Yancy Shepherd" userId="fac8d4dc-696b-49bc-8588-c92a9a1cd195" providerId="ADAL" clId="{1DA61E42-EAFC-5D76-8A89-7D2348EA8B7F}" dt="2026-08-07T19:31:13.058" v="42" actId="26606"/>
            <ac:spMkLst>
              <pc:docMk/>
              <pc:sldMasterMk cId="0" sldId="2147483648"/>
              <pc:sldLayoutMk cId="0" sldId="2147483664"/>
              <ac:spMk id="12" creationId="{547B7542-C2BA-4322-9FF4-E2713B917492}"/>
            </ac:spMkLst>
          </pc:spChg>
        </pc:sldLayoutChg>
        <pc:sldLayoutChg chg="add">
          <pc:chgData name="Yancy Shepherd" userId="fac8d4dc-696b-49bc-8588-c92a9a1cd195" providerId="ADAL" clId="{1DA61E42-EAFC-5D76-8A89-7D2348EA8B7F}" dt="2026-08-07T19:31:13.058" v="42" actId="26606"/>
          <pc:sldLayoutMkLst>
            <pc:docMk/>
            <pc:sldMasterMk cId="0" sldId="2147483648"/>
            <pc:sldLayoutMk cId="0" sldId="2147483665"/>
          </pc:sldLayoutMkLst>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6"/>
          </pc:sldLayoutMkLst>
          <pc:spChg chg="mod">
            <ac:chgData name="Yancy Shepherd" userId="fac8d4dc-696b-49bc-8588-c92a9a1cd195" providerId="ADAL" clId="{1DA61E42-EAFC-5D76-8A89-7D2348EA8B7F}" dt="2026-08-07T19:31:13.058" v="42" actId="26606"/>
            <ac:spMkLst>
              <pc:docMk/>
              <pc:sldMasterMk cId="0" sldId="2147483648"/>
              <pc:sldLayoutMk cId="0" sldId="2147483666"/>
              <ac:spMk id="2" creationId="{FAF3BB49-A328-F121-7F27-DEB7C3CC2B0F}"/>
            </ac:spMkLst>
          </pc:spChg>
          <pc:spChg chg="mod">
            <ac:chgData name="Yancy Shepherd" userId="fac8d4dc-696b-49bc-8588-c92a9a1cd195" providerId="ADAL" clId="{1DA61E42-EAFC-5D76-8A89-7D2348EA8B7F}" dt="2026-08-07T19:31:13.058" v="42" actId="26606"/>
            <ac:spMkLst>
              <pc:docMk/>
              <pc:sldMasterMk cId="0" sldId="2147483648"/>
              <pc:sldLayoutMk cId="0" sldId="2147483666"/>
              <ac:spMk id="8" creationId="{83F7B03F-5EDA-605B-1A2E-F48896E48939}"/>
            </ac:spMkLst>
          </pc:spChg>
          <pc:spChg chg="mod">
            <ac:chgData name="Yancy Shepherd" userId="fac8d4dc-696b-49bc-8588-c92a9a1cd195" providerId="ADAL" clId="{1DA61E42-EAFC-5D76-8A89-7D2348EA8B7F}" dt="2026-08-07T19:31:13.058" v="42" actId="26606"/>
            <ac:spMkLst>
              <pc:docMk/>
              <pc:sldMasterMk cId="0" sldId="2147483648"/>
              <pc:sldLayoutMk cId="0" sldId="2147483666"/>
              <ac:spMk id="11" creationId="{7F8EA658-2652-6F81-1B04-D50C60A3F171}"/>
            </ac:spMkLst>
          </pc:spChg>
          <pc:spChg chg="mod">
            <ac:chgData name="Yancy Shepherd" userId="fac8d4dc-696b-49bc-8588-c92a9a1cd195" providerId="ADAL" clId="{1DA61E42-EAFC-5D76-8A89-7D2348EA8B7F}" dt="2026-08-07T19:31:13.058" v="42" actId="26606"/>
            <ac:spMkLst>
              <pc:docMk/>
              <pc:sldMasterMk cId="0" sldId="2147483648"/>
              <pc:sldLayoutMk cId="0" sldId="2147483666"/>
              <ac:spMk id="12" creationId="{A4924D77-E18C-D84A-F550-9B0188FEBF87}"/>
            </ac:spMkLst>
          </pc:spChg>
          <pc:spChg chg="mod">
            <ac:chgData name="Yancy Shepherd" userId="fac8d4dc-696b-49bc-8588-c92a9a1cd195" providerId="ADAL" clId="{1DA61E42-EAFC-5D76-8A89-7D2348EA8B7F}" dt="2026-08-07T19:31:13.058" v="42" actId="26606"/>
            <ac:spMkLst>
              <pc:docMk/>
              <pc:sldMasterMk cId="0" sldId="2147483648"/>
              <pc:sldLayoutMk cId="0" sldId="2147483666"/>
              <ac:spMk id="13" creationId="{E471EB04-B63C-4629-0688-E2CC8C576A5A}"/>
            </ac:spMkLst>
          </pc:spChg>
          <pc:spChg chg="mod">
            <ac:chgData name="Yancy Shepherd" userId="fac8d4dc-696b-49bc-8588-c92a9a1cd195" providerId="ADAL" clId="{1DA61E42-EAFC-5D76-8A89-7D2348EA8B7F}" dt="2026-08-07T19:31:13.058" v="42" actId="26606"/>
            <ac:spMkLst>
              <pc:docMk/>
              <pc:sldMasterMk cId="0" sldId="2147483648"/>
              <pc:sldLayoutMk cId="0" sldId="2147483666"/>
              <ac:spMk id="14" creationId="{38B4B455-40D3-EF76-D860-2A6FFBF69836}"/>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7"/>
          </pc:sldLayoutMkLst>
          <pc:spChg chg="mod">
            <ac:chgData name="Yancy Shepherd" userId="fac8d4dc-696b-49bc-8588-c92a9a1cd195" providerId="ADAL" clId="{1DA61E42-EAFC-5D76-8A89-7D2348EA8B7F}" dt="2026-08-07T19:31:13.058" v="42" actId="26606"/>
            <ac:spMkLst>
              <pc:docMk/>
              <pc:sldMasterMk cId="0" sldId="2147483648"/>
              <pc:sldLayoutMk cId="0" sldId="2147483667"/>
              <ac:spMk id="2" creationId="{5756306E-B77F-CE22-FA8C-F08F17B5E9B4}"/>
            </ac:spMkLst>
          </pc:spChg>
          <pc:spChg chg="mod">
            <ac:chgData name="Yancy Shepherd" userId="fac8d4dc-696b-49bc-8588-c92a9a1cd195" providerId="ADAL" clId="{1DA61E42-EAFC-5D76-8A89-7D2348EA8B7F}" dt="2026-08-07T19:31:13.058" v="42" actId="26606"/>
            <ac:spMkLst>
              <pc:docMk/>
              <pc:sldMasterMk cId="0" sldId="2147483648"/>
              <pc:sldLayoutMk cId="0" sldId="2147483667"/>
              <ac:spMk id="5" creationId="{CA0528A9-0729-B0FB-328C-3C96994AAB3C}"/>
            </ac:spMkLst>
          </pc:spChg>
          <pc:spChg chg="mod">
            <ac:chgData name="Yancy Shepherd" userId="fac8d4dc-696b-49bc-8588-c92a9a1cd195" providerId="ADAL" clId="{1DA61E42-EAFC-5D76-8A89-7D2348EA8B7F}" dt="2026-08-07T19:31:13.058" v="42" actId="26606"/>
            <ac:spMkLst>
              <pc:docMk/>
              <pc:sldMasterMk cId="0" sldId="2147483648"/>
              <pc:sldLayoutMk cId="0" sldId="2147483667"/>
              <ac:spMk id="7" creationId="{E418DF0B-1F85-2BB3-D241-A3A14BF72908}"/>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8"/>
          </pc:sldLayoutMkLst>
          <pc:spChg chg="mod">
            <ac:chgData name="Yancy Shepherd" userId="fac8d4dc-696b-49bc-8588-c92a9a1cd195" providerId="ADAL" clId="{1DA61E42-EAFC-5D76-8A89-7D2348EA8B7F}" dt="2026-08-07T19:31:13.058" v="42" actId="26606"/>
            <ac:spMkLst>
              <pc:docMk/>
              <pc:sldMasterMk cId="0" sldId="2147483648"/>
              <pc:sldLayoutMk cId="0" sldId="2147483668"/>
              <ac:spMk id="2" creationId="{A7221EB5-8556-FBD7-00D5-D69AC8E7E73A}"/>
            </ac:spMkLst>
          </pc:spChg>
          <pc:spChg chg="mod">
            <ac:chgData name="Yancy Shepherd" userId="fac8d4dc-696b-49bc-8588-c92a9a1cd195" providerId="ADAL" clId="{1DA61E42-EAFC-5D76-8A89-7D2348EA8B7F}" dt="2026-08-07T19:31:13.058" v="42" actId="26606"/>
            <ac:spMkLst>
              <pc:docMk/>
              <pc:sldMasterMk cId="0" sldId="2147483648"/>
              <pc:sldLayoutMk cId="0" sldId="2147483668"/>
              <ac:spMk id="7" creationId="{3E4E45FF-53F3-89B1-B969-C440DC819EF4}"/>
            </ac:spMkLst>
          </pc:spChg>
          <pc:spChg chg="mod">
            <ac:chgData name="Yancy Shepherd" userId="fac8d4dc-696b-49bc-8588-c92a9a1cd195" providerId="ADAL" clId="{1DA61E42-EAFC-5D76-8A89-7D2348EA8B7F}" dt="2026-08-07T19:31:13.058" v="42" actId="26606"/>
            <ac:spMkLst>
              <pc:docMk/>
              <pc:sldMasterMk cId="0" sldId="2147483648"/>
              <pc:sldLayoutMk cId="0" sldId="2147483668"/>
              <ac:spMk id="11" creationId="{91D0C3F1-69CA-2A45-33F7-9AF4B8FFEDBC}"/>
            </ac:spMkLst>
          </pc:spChg>
          <pc:spChg chg="mod">
            <ac:chgData name="Yancy Shepherd" userId="fac8d4dc-696b-49bc-8588-c92a9a1cd195" providerId="ADAL" clId="{1DA61E42-EAFC-5D76-8A89-7D2348EA8B7F}" dt="2026-08-07T19:31:13.058" v="42" actId="26606"/>
            <ac:spMkLst>
              <pc:docMk/>
              <pc:sldMasterMk cId="0" sldId="2147483648"/>
              <pc:sldLayoutMk cId="0" sldId="2147483668"/>
              <ac:spMk id="12" creationId="{6F777942-A24A-16CB-2115-A16E397BBB01}"/>
            </ac:spMkLst>
          </pc:spChg>
          <pc:spChg chg="mod">
            <ac:chgData name="Yancy Shepherd" userId="fac8d4dc-696b-49bc-8588-c92a9a1cd195" providerId="ADAL" clId="{1DA61E42-EAFC-5D76-8A89-7D2348EA8B7F}" dt="2026-08-07T19:31:13.058" v="42" actId="26606"/>
            <ac:spMkLst>
              <pc:docMk/>
              <pc:sldMasterMk cId="0" sldId="2147483648"/>
              <pc:sldLayoutMk cId="0" sldId="2147483668"/>
              <ac:spMk id="13" creationId="{8DB65802-3866-05DF-F96B-15A117F7C76C}"/>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69"/>
          </pc:sldLayoutMkLst>
          <pc:spChg chg="mod">
            <ac:chgData name="Yancy Shepherd" userId="fac8d4dc-696b-49bc-8588-c92a9a1cd195" providerId="ADAL" clId="{1DA61E42-EAFC-5D76-8A89-7D2348EA8B7F}" dt="2026-08-07T19:31:13.058" v="42" actId="26606"/>
            <ac:spMkLst>
              <pc:docMk/>
              <pc:sldMasterMk cId="0" sldId="2147483648"/>
              <pc:sldLayoutMk cId="0" sldId="2147483669"/>
              <ac:spMk id="4" creationId="{CA0FBB42-F049-CCA6-45E1-D60DC58A76F0}"/>
            </ac:spMkLst>
          </pc:spChg>
          <pc:spChg chg="mod">
            <ac:chgData name="Yancy Shepherd" userId="fac8d4dc-696b-49bc-8588-c92a9a1cd195" providerId="ADAL" clId="{1DA61E42-EAFC-5D76-8A89-7D2348EA8B7F}" dt="2026-08-07T19:31:13.058" v="42" actId="26606"/>
            <ac:spMkLst>
              <pc:docMk/>
              <pc:sldMasterMk cId="0" sldId="2147483648"/>
              <pc:sldLayoutMk cId="0" sldId="2147483669"/>
              <ac:spMk id="5" creationId="{2B5E50A9-B175-CA38-A22A-468AE7533B54}"/>
            </ac:spMkLst>
          </pc:spChg>
          <pc:spChg chg="mod">
            <ac:chgData name="Yancy Shepherd" userId="fac8d4dc-696b-49bc-8588-c92a9a1cd195" providerId="ADAL" clId="{1DA61E42-EAFC-5D76-8A89-7D2348EA8B7F}" dt="2026-08-07T19:31:13.058" v="42" actId="26606"/>
            <ac:spMkLst>
              <pc:docMk/>
              <pc:sldMasterMk cId="0" sldId="2147483648"/>
              <pc:sldLayoutMk cId="0" sldId="2147483669"/>
              <ac:spMk id="8" creationId="{84D7E47A-F89A-8F43-C300-185AD1461C07}"/>
            </ac:spMkLst>
          </pc:spChg>
          <pc:spChg chg="mod">
            <ac:chgData name="Yancy Shepherd" userId="fac8d4dc-696b-49bc-8588-c92a9a1cd195" providerId="ADAL" clId="{1DA61E42-EAFC-5D76-8A89-7D2348EA8B7F}" dt="2026-08-07T19:31:13.058" v="42" actId="26606"/>
            <ac:spMkLst>
              <pc:docMk/>
              <pc:sldMasterMk cId="0" sldId="2147483648"/>
              <pc:sldLayoutMk cId="0" sldId="2147483669"/>
              <ac:spMk id="10" creationId="{1CA01B7F-0CDC-9F0A-6B3B-A87674D14D6B}"/>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70"/>
          </pc:sldLayoutMkLst>
          <pc:spChg chg="mod">
            <ac:chgData name="Yancy Shepherd" userId="fac8d4dc-696b-49bc-8588-c92a9a1cd195" providerId="ADAL" clId="{1DA61E42-EAFC-5D76-8A89-7D2348EA8B7F}" dt="2026-08-07T19:31:13.058" v="42" actId="26606"/>
            <ac:spMkLst>
              <pc:docMk/>
              <pc:sldMasterMk cId="0" sldId="2147483648"/>
              <pc:sldLayoutMk cId="0" sldId="2147483670"/>
              <ac:spMk id="2" creationId="{592A74F0-5415-CAD7-98B3-4A75913F44B5}"/>
            </ac:spMkLst>
          </pc:spChg>
          <pc:spChg chg="mod">
            <ac:chgData name="Yancy Shepherd" userId="fac8d4dc-696b-49bc-8588-c92a9a1cd195" providerId="ADAL" clId="{1DA61E42-EAFC-5D76-8A89-7D2348EA8B7F}" dt="2026-08-07T19:31:13.058" v="42" actId="26606"/>
            <ac:spMkLst>
              <pc:docMk/>
              <pc:sldMasterMk cId="0" sldId="2147483648"/>
              <pc:sldLayoutMk cId="0" sldId="2147483670"/>
              <ac:spMk id="3" creationId="{9B82246E-2BFA-5BAA-F22D-A2618C05A0B2}"/>
            </ac:spMkLst>
          </pc:spChg>
          <pc:spChg chg="mod">
            <ac:chgData name="Yancy Shepherd" userId="fac8d4dc-696b-49bc-8588-c92a9a1cd195" providerId="ADAL" clId="{1DA61E42-EAFC-5D76-8A89-7D2348EA8B7F}" dt="2026-08-07T19:31:13.058" v="42" actId="26606"/>
            <ac:spMkLst>
              <pc:docMk/>
              <pc:sldMasterMk cId="0" sldId="2147483648"/>
              <pc:sldLayoutMk cId="0" sldId="2147483670"/>
              <ac:spMk id="4" creationId="{5151E178-0505-15CE-6ACB-7BE1FB1E52EC}"/>
            </ac:spMkLst>
          </pc:spChg>
          <pc:spChg chg="mod">
            <ac:chgData name="Yancy Shepherd" userId="fac8d4dc-696b-49bc-8588-c92a9a1cd195" providerId="ADAL" clId="{1DA61E42-EAFC-5D76-8A89-7D2348EA8B7F}" dt="2026-08-07T19:31:13.058" v="42" actId="26606"/>
            <ac:spMkLst>
              <pc:docMk/>
              <pc:sldMasterMk cId="0" sldId="2147483648"/>
              <pc:sldLayoutMk cId="0" sldId="2147483670"/>
              <ac:spMk id="5" creationId="{BD4BA02B-433E-FB95-6E96-11393CDBD0CB}"/>
            </ac:spMkLst>
          </pc:spChg>
          <pc:spChg chg="mod">
            <ac:chgData name="Yancy Shepherd" userId="fac8d4dc-696b-49bc-8588-c92a9a1cd195" providerId="ADAL" clId="{1DA61E42-EAFC-5D76-8A89-7D2348EA8B7F}" dt="2026-08-07T19:31:13.058" v="42" actId="26606"/>
            <ac:spMkLst>
              <pc:docMk/>
              <pc:sldMasterMk cId="0" sldId="2147483648"/>
              <pc:sldLayoutMk cId="0" sldId="2147483670"/>
              <ac:spMk id="8" creationId="{F74B4B98-ABA0-9FD3-485A-984EDEEB4469}"/>
            </ac:spMkLst>
          </pc:spChg>
          <pc:spChg chg="mod">
            <ac:chgData name="Yancy Shepherd" userId="fac8d4dc-696b-49bc-8588-c92a9a1cd195" providerId="ADAL" clId="{1DA61E42-EAFC-5D76-8A89-7D2348EA8B7F}" dt="2026-08-07T19:31:13.058" v="42" actId="26606"/>
            <ac:spMkLst>
              <pc:docMk/>
              <pc:sldMasterMk cId="0" sldId="2147483648"/>
              <pc:sldLayoutMk cId="0" sldId="2147483670"/>
              <ac:spMk id="9" creationId="{3822067E-4B47-03C7-3636-0C6F8324E1E9}"/>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71"/>
          </pc:sldLayoutMkLst>
          <pc:spChg chg="mod">
            <ac:chgData name="Yancy Shepherd" userId="fac8d4dc-696b-49bc-8588-c92a9a1cd195" providerId="ADAL" clId="{1DA61E42-EAFC-5D76-8A89-7D2348EA8B7F}" dt="2026-08-07T19:31:13.058" v="42" actId="26606"/>
            <ac:spMkLst>
              <pc:docMk/>
              <pc:sldMasterMk cId="0" sldId="2147483648"/>
              <pc:sldLayoutMk cId="0" sldId="2147483671"/>
              <ac:spMk id="2" creationId="{4DEF29C1-2D4D-0529-EAD3-926838F41BF8}"/>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3" creationId="{FE1BD63D-FC9C-D946-5560-869AEDE315EA}"/>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4" creationId="{9A6A1D5A-FFC5-5F10-90D2-A3FBCC3129EF}"/>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5" creationId="{822EF08D-93E2-AF7A-F559-DDB0B35B8781}"/>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6" creationId="{148CB9E0-8B46-6608-0C37-7C5ABA9B47A8}"/>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8" creationId="{86471C19-5F51-6595-B72A-4BFC1E553DC0}"/>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10" creationId="{C2C05A59-CCEE-1225-7022-B1DA682C7041}"/>
            </ac:spMkLst>
          </pc:spChg>
          <pc:spChg chg="mod">
            <ac:chgData name="Yancy Shepherd" userId="fac8d4dc-696b-49bc-8588-c92a9a1cd195" providerId="ADAL" clId="{1DA61E42-EAFC-5D76-8A89-7D2348EA8B7F}" dt="2026-08-07T19:31:13.058" v="42" actId="26606"/>
            <ac:spMkLst>
              <pc:docMk/>
              <pc:sldMasterMk cId="0" sldId="2147483648"/>
              <pc:sldLayoutMk cId="0" sldId="2147483671"/>
              <ac:spMk id="11" creationId="{0AB20C10-A144-EF5E-8276-7E736CE87590}"/>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72"/>
          </pc:sldLayoutMkLst>
          <pc:spChg chg="mod">
            <ac:chgData name="Yancy Shepherd" userId="fac8d4dc-696b-49bc-8588-c92a9a1cd195" providerId="ADAL" clId="{1DA61E42-EAFC-5D76-8A89-7D2348EA8B7F}" dt="2026-08-07T19:31:13.058" v="42" actId="26606"/>
            <ac:spMkLst>
              <pc:docMk/>
              <pc:sldMasterMk cId="0" sldId="2147483648"/>
              <pc:sldLayoutMk cId="0" sldId="2147483672"/>
              <ac:spMk id="3" creationId="{E89E8268-7232-2944-F1BD-399F9419B563}"/>
            </ac:spMkLst>
          </pc:spChg>
          <pc:spChg chg="mod">
            <ac:chgData name="Yancy Shepherd" userId="fac8d4dc-696b-49bc-8588-c92a9a1cd195" providerId="ADAL" clId="{1DA61E42-EAFC-5D76-8A89-7D2348EA8B7F}" dt="2026-08-07T19:31:13.058" v="42" actId="26606"/>
            <ac:spMkLst>
              <pc:docMk/>
              <pc:sldMasterMk cId="0" sldId="2147483648"/>
              <pc:sldLayoutMk cId="0" sldId="2147483672"/>
              <ac:spMk id="4" creationId="{6B968DDD-323F-89A1-84E3-DDBA626D9386}"/>
            </ac:spMkLst>
          </pc:spChg>
          <pc:spChg chg="mod">
            <ac:chgData name="Yancy Shepherd" userId="fac8d4dc-696b-49bc-8588-c92a9a1cd195" providerId="ADAL" clId="{1DA61E42-EAFC-5D76-8A89-7D2348EA8B7F}" dt="2026-08-07T19:31:13.058" v="42" actId="26606"/>
            <ac:spMkLst>
              <pc:docMk/>
              <pc:sldMasterMk cId="0" sldId="2147483648"/>
              <pc:sldLayoutMk cId="0" sldId="2147483672"/>
              <ac:spMk id="5" creationId="{98FBDC76-671D-1671-DCE2-D5658BD40E29}"/>
            </ac:spMkLst>
          </pc:spChg>
          <pc:spChg chg="mod">
            <ac:chgData name="Yancy Shepherd" userId="fac8d4dc-696b-49bc-8588-c92a9a1cd195" providerId="ADAL" clId="{1DA61E42-EAFC-5D76-8A89-7D2348EA8B7F}" dt="2026-08-07T19:31:13.058" v="42" actId="26606"/>
            <ac:spMkLst>
              <pc:docMk/>
              <pc:sldMasterMk cId="0" sldId="2147483648"/>
              <pc:sldLayoutMk cId="0" sldId="2147483672"/>
              <ac:spMk id="10" creationId="{6D1F904E-1F4C-373E-2E2B-D7478F70F195}"/>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73"/>
          </pc:sldLayoutMkLst>
          <pc:spChg chg="mod">
            <ac:chgData name="Yancy Shepherd" userId="fac8d4dc-696b-49bc-8588-c92a9a1cd195" providerId="ADAL" clId="{1DA61E42-EAFC-5D76-8A89-7D2348EA8B7F}" dt="2026-08-07T19:31:13.058" v="42" actId="26606"/>
            <ac:spMkLst>
              <pc:docMk/>
              <pc:sldMasterMk cId="0" sldId="2147483648"/>
              <pc:sldLayoutMk cId="0" sldId="2147483673"/>
              <ac:spMk id="5" creationId="{D900E2BC-FCC7-E994-4648-A42CDE518612}"/>
            </ac:spMkLst>
          </pc:spChg>
          <pc:spChg chg="mod">
            <ac:chgData name="Yancy Shepherd" userId="fac8d4dc-696b-49bc-8588-c92a9a1cd195" providerId="ADAL" clId="{1DA61E42-EAFC-5D76-8A89-7D2348EA8B7F}" dt="2026-08-07T19:31:13.058" v="42" actId="26606"/>
            <ac:spMkLst>
              <pc:docMk/>
              <pc:sldMasterMk cId="0" sldId="2147483648"/>
              <pc:sldLayoutMk cId="0" sldId="2147483673"/>
              <ac:spMk id="6" creationId="{1AD1B27E-1142-7BB8-1DE8-D31FA8AA8F10}"/>
            </ac:spMkLst>
          </pc:spChg>
          <pc:spChg chg="mod">
            <ac:chgData name="Yancy Shepherd" userId="fac8d4dc-696b-49bc-8588-c92a9a1cd195" providerId="ADAL" clId="{1DA61E42-EAFC-5D76-8A89-7D2348EA8B7F}" dt="2026-08-07T19:31:13.058" v="42" actId="26606"/>
            <ac:spMkLst>
              <pc:docMk/>
              <pc:sldMasterMk cId="0" sldId="2147483648"/>
              <pc:sldLayoutMk cId="0" sldId="2147483673"/>
              <ac:spMk id="7" creationId="{9E211A59-CFA8-A0B1-4A4C-E446F90726C5}"/>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74"/>
          </pc:sldLayoutMkLst>
          <pc:spChg chg="mod">
            <ac:chgData name="Yancy Shepherd" userId="fac8d4dc-696b-49bc-8588-c92a9a1cd195" providerId="ADAL" clId="{1DA61E42-EAFC-5D76-8A89-7D2348EA8B7F}" dt="2026-08-07T19:31:13.058" v="42" actId="26606"/>
            <ac:spMkLst>
              <pc:docMk/>
              <pc:sldMasterMk cId="0" sldId="2147483648"/>
              <pc:sldLayoutMk cId="0" sldId="2147483674"/>
              <ac:spMk id="2" creationId="{BC7433D9-FD02-59E2-0F81-A0B7201D2DA0}"/>
            </ac:spMkLst>
          </pc:spChg>
          <pc:spChg chg="mod">
            <ac:chgData name="Yancy Shepherd" userId="fac8d4dc-696b-49bc-8588-c92a9a1cd195" providerId="ADAL" clId="{1DA61E42-EAFC-5D76-8A89-7D2348EA8B7F}" dt="2026-08-07T19:31:13.058" v="42" actId="26606"/>
            <ac:spMkLst>
              <pc:docMk/>
              <pc:sldMasterMk cId="0" sldId="2147483648"/>
              <pc:sldLayoutMk cId="0" sldId="2147483674"/>
              <ac:spMk id="4" creationId="{0D033E8C-C8B6-A9F1-6B99-0610AEC435CB}"/>
            </ac:spMkLst>
          </pc:spChg>
          <pc:spChg chg="mod">
            <ac:chgData name="Yancy Shepherd" userId="fac8d4dc-696b-49bc-8588-c92a9a1cd195" providerId="ADAL" clId="{1DA61E42-EAFC-5D76-8A89-7D2348EA8B7F}" dt="2026-08-07T19:31:13.058" v="42" actId="26606"/>
            <ac:spMkLst>
              <pc:docMk/>
              <pc:sldMasterMk cId="0" sldId="2147483648"/>
              <pc:sldLayoutMk cId="0" sldId="2147483674"/>
              <ac:spMk id="5" creationId="{BD7A9B30-35AB-D437-5276-473CFE5169DF}"/>
            </ac:spMkLst>
          </pc:spChg>
          <pc:spChg chg="mod">
            <ac:chgData name="Yancy Shepherd" userId="fac8d4dc-696b-49bc-8588-c92a9a1cd195" providerId="ADAL" clId="{1DA61E42-EAFC-5D76-8A89-7D2348EA8B7F}" dt="2026-08-07T19:31:13.058" v="42" actId="26606"/>
            <ac:spMkLst>
              <pc:docMk/>
              <pc:sldMasterMk cId="0" sldId="2147483648"/>
              <pc:sldLayoutMk cId="0" sldId="2147483674"/>
              <ac:spMk id="6" creationId="{09C00759-43C5-D4A5-6597-C9F31C4DA2AA}"/>
            </ac:spMkLst>
          </pc:spChg>
          <pc:spChg chg="mod">
            <ac:chgData name="Yancy Shepherd" userId="fac8d4dc-696b-49bc-8588-c92a9a1cd195" providerId="ADAL" clId="{1DA61E42-EAFC-5D76-8A89-7D2348EA8B7F}" dt="2026-08-07T19:31:13.058" v="42" actId="26606"/>
            <ac:spMkLst>
              <pc:docMk/>
              <pc:sldMasterMk cId="0" sldId="2147483648"/>
              <pc:sldLayoutMk cId="0" sldId="2147483674"/>
              <ac:spMk id="8" creationId="{C7E1FCC9-2D1D-9C6B-8C9A-E3D0A77DBEF0}"/>
            </ac:spMkLst>
          </pc:spChg>
        </pc:sldLayoutChg>
        <pc:sldLayoutChg chg="modSp mod ord">
          <pc:chgData name="Yancy Shepherd" userId="fac8d4dc-696b-49bc-8588-c92a9a1cd195" providerId="ADAL" clId="{1DA61E42-EAFC-5D76-8A89-7D2348EA8B7F}" dt="2026-08-07T19:31:13.058" v="42" actId="26606"/>
          <pc:sldLayoutMkLst>
            <pc:docMk/>
            <pc:sldMasterMk cId="0" sldId="2147483648"/>
            <pc:sldLayoutMk cId="0" sldId="2147483675"/>
          </pc:sldLayoutMkLst>
          <pc:spChg chg="mod">
            <ac:chgData name="Yancy Shepherd" userId="fac8d4dc-696b-49bc-8588-c92a9a1cd195" providerId="ADAL" clId="{1DA61E42-EAFC-5D76-8A89-7D2348EA8B7F}" dt="2026-08-07T19:31:13.058" v="42" actId="26606"/>
            <ac:spMkLst>
              <pc:docMk/>
              <pc:sldMasterMk cId="0" sldId="2147483648"/>
              <pc:sldLayoutMk cId="0" sldId="2147483675"/>
              <ac:spMk id="2" creationId="{BC7433D9-FD02-59E2-0F81-A0B7201D2DA0}"/>
            </ac:spMkLst>
          </pc:spChg>
          <pc:spChg chg="mod">
            <ac:chgData name="Yancy Shepherd" userId="fac8d4dc-696b-49bc-8588-c92a9a1cd195" providerId="ADAL" clId="{1DA61E42-EAFC-5D76-8A89-7D2348EA8B7F}" dt="2026-08-07T19:31:13.058" v="42" actId="26606"/>
            <ac:spMkLst>
              <pc:docMk/>
              <pc:sldMasterMk cId="0" sldId="2147483648"/>
              <pc:sldLayoutMk cId="0" sldId="2147483675"/>
              <ac:spMk id="6" creationId="{4BF72154-F85B-E301-DA57-E314D7315916}"/>
            </ac:spMkLst>
          </pc:spChg>
          <pc:spChg chg="mod">
            <ac:chgData name="Yancy Shepherd" userId="fac8d4dc-696b-49bc-8588-c92a9a1cd195" providerId="ADAL" clId="{1DA61E42-EAFC-5D76-8A89-7D2348EA8B7F}" dt="2026-08-07T19:31:13.058" v="42" actId="26606"/>
            <ac:spMkLst>
              <pc:docMk/>
              <pc:sldMasterMk cId="0" sldId="2147483648"/>
              <pc:sldLayoutMk cId="0" sldId="2147483675"/>
              <ac:spMk id="7" creationId="{053FFEDA-E57B-DF13-2394-A1514E15F85A}"/>
            </ac:spMkLst>
          </pc:spChg>
          <pc:spChg chg="mod">
            <ac:chgData name="Yancy Shepherd" userId="fac8d4dc-696b-49bc-8588-c92a9a1cd195" providerId="ADAL" clId="{1DA61E42-EAFC-5D76-8A89-7D2348EA8B7F}" dt="2026-08-07T19:31:13.058" v="42" actId="26606"/>
            <ac:spMkLst>
              <pc:docMk/>
              <pc:sldMasterMk cId="0" sldId="2147483648"/>
              <pc:sldLayoutMk cId="0" sldId="2147483675"/>
              <ac:spMk id="8" creationId="{B6F43E62-A9B0-571B-E3BD-354206A884CF}"/>
            </ac:spMkLst>
          </pc:spChg>
          <pc:spChg chg="mod">
            <ac:chgData name="Yancy Shepherd" userId="fac8d4dc-696b-49bc-8588-c92a9a1cd195" providerId="ADAL" clId="{1DA61E42-EAFC-5D76-8A89-7D2348EA8B7F}" dt="2026-08-07T19:31:13.058" v="42" actId="26606"/>
            <ac:spMkLst>
              <pc:docMk/>
              <pc:sldMasterMk cId="0" sldId="2147483648"/>
              <pc:sldLayoutMk cId="0" sldId="2147483675"/>
              <ac:spMk id="9" creationId="{C9D34928-44CA-ACCE-36AD-37689020A379}"/>
            </ac:spMkLst>
          </pc:spChg>
        </pc:sldLayoutChg>
        <pc:sldLayoutChg chg="modSp mod ord">
          <pc:chgData name="Yancy Shepherd" userId="fac8d4dc-696b-49bc-8588-c92a9a1cd195" providerId="ADAL" clId="{1DA61E42-EAFC-5D76-8A89-7D2348EA8B7F}" dt="2026-08-09T20:15:25.901" v="2174" actId="735"/>
          <pc:sldLayoutMkLst>
            <pc:docMk/>
            <pc:sldMasterMk cId="0" sldId="2147483648"/>
            <pc:sldLayoutMk cId="0" sldId="2147483676"/>
          </pc:sldLayoutMkLst>
        </pc:sldLayoutChg>
      </pc:sldMasterChg>
    </pc:docChg>
  </pc:docChgLst>
  <pc:docChgLst>
    <pc:chgData name="Enoch Haney" userId="S::ehaney@gamingcapitalgroup.com::9dc61a47-b807-4e35-9183-fcc995b7e997" providerId="AD" clId="Web-{89317F6E-BD7D-9E6D-2040-9B7C1D11EF73}"/>
    <pc:docChg chg="modSld">
      <pc:chgData name="Enoch Haney" userId="S::ehaney@gamingcapitalgroup.com::9dc61a47-b807-4e35-9183-fcc995b7e997" providerId="AD" clId="Web-{89317F6E-BD7D-9E6D-2040-9B7C1D11EF73}" dt="2026-08-10T16:52:49.983" v="0" actId="14100"/>
      <pc:docMkLst>
        <pc:docMk/>
      </pc:docMkLst>
      <pc:sldChg chg="modSp">
        <pc:chgData name="Enoch Haney" userId="S::ehaney@gamingcapitalgroup.com::9dc61a47-b807-4e35-9183-fcc995b7e997" providerId="AD" clId="Web-{89317F6E-BD7D-9E6D-2040-9B7C1D11EF73}" dt="2026-08-10T16:52:49.983" v="0" actId="14100"/>
        <pc:sldMkLst>
          <pc:docMk/>
          <pc:sldMk cId="1855492773" sldId="363"/>
        </pc:sldMkLst>
        <pc:picChg chg="mod">
          <ac:chgData name="Enoch Haney" userId="S::ehaney@gamingcapitalgroup.com::9dc61a47-b807-4e35-9183-fcc995b7e997" providerId="AD" clId="Web-{89317F6E-BD7D-9E6D-2040-9B7C1D11EF73}" dt="2026-08-10T16:52:49.983" v="0" actId="14100"/>
          <ac:picMkLst>
            <pc:docMk/>
            <pc:sldMk cId="1855492773" sldId="363"/>
            <ac:picMk id="3" creationId="{1412F8C3-7F4B-6F70-17CF-0BA12B324E8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Welcome the class and set the level: this is practical field training for technicians, not an electrical-engineering course.</a:t>
            </a:r>
          </a:p>
          <a:p>
            <a:r>
              <a:rPr lang="en-US"/>
              <a:t>• The goal is to make troubleshooting safer, more deliberate, and easier to explain on the next service call.</a:t>
            </a:r>
          </a:p>
          <a:p>
            <a:r>
              <a:rPr lang="en-US"/>
              <a:t>• Preview the progression: protect the equipment, understand the electrical behavior, select the right meter test, follow the power path, use diagrams, practice, and document the result.</a:t>
            </a:r>
          </a:p>
          <a:p>
            <a:endParaRPr lang="en-US"/>
          </a:p>
          <a:p>
            <a:r>
              <a:rPr lang="en-US"/>
              <a:t>Class Q&amp;A</a:t>
            </a:r>
          </a:p>
          <a:p>
            <a:endParaRPr lang="en-US"/>
          </a:p>
          <a:p>
            <a:r>
              <a:rPr lang="en-US"/>
              <a:t>• Ask: “What electrical task or meter reading are you least comfortable with today?”</a:t>
            </a:r>
          </a:p>
          <a:p>
            <a:r>
              <a:rPr lang="en-US"/>
              <a:t>• Use the answers to identify topics that may need extra demonstration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Frame the section around the mission on the slide: make every test safer and smarter.</a:t>
            </a:r>
          </a:p>
          <a:p>
            <a:r>
              <a:rPr lang="en-US"/>
              <a:t>• Explain that the class will focus on the decisions made before, during, and after a measurement.</a:t>
            </a:r>
          </a:p>
          <a:p>
            <a:r>
              <a:rPr lang="en-US"/>
              <a:t>• Encourage questions throughout the day; good troubleshooting depends on understanding why a test is useful.</a:t>
            </a:r>
          </a:p>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Walk through the sequence without reading every line word for word.</a:t>
            </a:r>
          </a:p>
          <a:p>
            <a:r>
              <a:rPr lang="en-US"/>
              <a:t>• Point out that each section prepares the class for the next: safe habits first, then electrical concepts, meter use, power flow, diagrams, and supervised practice.</a:t>
            </a:r>
          </a:p>
          <a:p>
            <a:r>
              <a:rPr lang="en-US"/>
              <a:t>• Explain that each instructional section will end with a visible Review / Q&amp;A pause.</a:t>
            </a:r>
          </a:p>
          <a:p>
            <a:r>
              <a:rPr lang="en-US"/>
              <a:t>• Set the expectation that the closing section will connect the technical work to verification, documentation, and handoff.</a:t>
            </a:r>
          </a:p>
          <a:p>
            <a:endParaRPr lang="en-US"/>
          </a:p>
          <a:p>
            <a:r>
              <a:rPr lang="en-US"/>
              <a:t>Class Q&amp;A</a:t>
            </a:r>
          </a:p>
          <a:p>
            <a:endParaRPr lang="en-US"/>
          </a:p>
          <a:p>
            <a:r>
              <a:rPr lang="en-US"/>
              <a:t>• Ask: “Looking at the learning path, where do you expect the most hands-on practice?”</a:t>
            </a:r>
          </a:p>
          <a:p>
            <a:r>
              <a:rPr lang="en-US"/>
              <a:t>• Expected answer: meter safety and use, power-flow tracing, wiring diagrams, and the 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Explain that the class connects four practical topics: static electricity, AC and DC power, cabinet power flow, and multimeter use.</a:t>
            </a:r>
          </a:p>
          <a:p>
            <a:r>
              <a:rPr lang="en-US"/>
              <a:t>• Emphasize the technician-level outcomes shown on the slide: protect equipment, troubleshoot more effectively, use test equipment confidently, and picture the cabinet’s power path.</a:t>
            </a:r>
          </a:p>
          <a:p>
            <a:r>
              <a:rPr lang="en-US"/>
              <a:t>• Reinforce that safe troubleshooting is not slow troubleshooting. A planned test usually saves time by reducing guesses and unnecessary part replacement.</a:t>
            </a:r>
          </a:p>
          <a:p>
            <a:endParaRPr lang="en-US"/>
          </a:p>
          <a:p>
            <a:r>
              <a:rPr lang="en-US"/>
              <a:t>Class Q&amp;A</a:t>
            </a:r>
          </a:p>
          <a:p>
            <a:endParaRPr lang="en-US"/>
          </a:p>
          <a:p>
            <a:r>
              <a:rPr lang="en-US"/>
              <a:t>• Ask: “Which outcome on this slide would improve your work the most?”</a:t>
            </a:r>
          </a:p>
          <a:p>
            <a:r>
              <a:rPr lang="en-US"/>
              <a:t>• Follow up: “What usually gets in the way of that outcome now?”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4D4F-B182-495D-987E-782D0D22B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DEC0E-B167-6515-EF3C-6D22A30BC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7A29A-A7DC-B597-157F-329B6101614B}"/>
              </a:ext>
            </a:extLst>
          </p:cNvPr>
          <p:cNvSpPr>
            <a:spLocks noGrp="1"/>
          </p:cNvSpPr>
          <p:nvPr>
            <p:ph type="body" idx="1"/>
          </p:nvPr>
        </p:nvSpPr>
        <p:spPr/>
        <p:txBody>
          <a:bodyPr/>
          <a:lstStyle/>
          <a:p>
            <a:r>
              <a:rPr lang="en-US"/>
              <a:t>Talking points</a:t>
            </a:r>
          </a:p>
          <a:p>
            <a:endParaRPr lang="en-US"/>
          </a:p>
          <a:p>
            <a:r>
              <a:rPr lang="en-US"/>
              <a:t>• Present the four verbs as the student promise for the day: recognize, explain, measure, and trace.</a:t>
            </a:r>
          </a:p>
          <a:p>
            <a:r>
              <a:rPr lang="en-US"/>
              <a:t>• “Recognize” means noticing electrical hazards and ESD risks before work begins.</a:t>
            </a:r>
          </a:p>
          <a:p>
            <a:r>
              <a:rPr lang="en-US"/>
              <a:t>• “Explain” means identifying whether the expected behavior is AC or DC and describing what voltage, resistance, and current mean.</a:t>
            </a:r>
          </a:p>
          <a:p>
            <a:r>
              <a:rPr lang="en-US"/>
              <a:t>• “Measure” and “trace” turn that understanding into evidence from the meter, diagram, connectors, and test points.</a:t>
            </a:r>
          </a:p>
          <a:p>
            <a:endParaRPr lang="en-US"/>
          </a:p>
          <a:p>
            <a:r>
              <a:rPr lang="en-US"/>
              <a:t>Class Q&amp;A</a:t>
            </a:r>
          </a:p>
          <a:p>
            <a:endParaRPr lang="en-US"/>
          </a:p>
          <a:p>
            <a:r>
              <a:rPr lang="en-US"/>
              <a:t>• Ask: “Which must come first on a service call—recognize, explain, measure, or trace?”</a:t>
            </a:r>
          </a:p>
          <a:p>
            <a:r>
              <a:rPr lang="en-US"/>
              <a:t>• Expected discussion: recognizing hazards and defining the expected behavior come before placing probes.</a:t>
            </a:r>
          </a:p>
        </p:txBody>
      </p:sp>
      <p:sp>
        <p:nvSpPr>
          <p:cNvPr id="4" name="Slide Number Placeholder 3">
            <a:extLst>
              <a:ext uri="{FF2B5EF4-FFF2-40B4-BE49-F238E27FC236}">
                <a16:creationId xmlns:a16="http://schemas.microsoft.com/office/drawing/2014/main" id="{251562E7-046E-EE28-8554-17FE85DACB9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66132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Transition from class expectations to the first repeatable safety habit: control static before touching sensitive electronics.</a:t>
            </a:r>
          </a:p>
          <a:p>
            <a:r>
              <a:rPr lang="en-US"/>
              <a:t>• Stress the subtitle: damage can occur even when there is no spark, sound, or immediate failure.</a:t>
            </a:r>
          </a:p>
          <a:p>
            <a:r>
              <a:rPr lang="en-US"/>
              <a:t>• Preview the section’s practical outcome: discharge, handle boards correctly, use static-control packaging correctly, and re-discharge when returning to the work.</a:t>
            </a:r>
          </a:p>
          <a:p>
            <a:endParaRPr lang="en-US"/>
          </a:p>
          <a:p>
            <a:r>
              <a:rPr lang="en-US"/>
              <a:t>Class Q&amp;A</a:t>
            </a:r>
          </a:p>
          <a:p>
            <a:endParaRPr lang="en-US"/>
          </a:p>
          <a:p>
            <a:r>
              <a:rPr lang="en-US"/>
              <a:t>• Ask: “Can a board be damaged even when you never feel a static discharge?”</a:t>
            </a:r>
          </a:p>
          <a:p>
            <a:r>
              <a:rPr lang="en-US"/>
              <a:t>• Expected answer: yes; a discharge below the level we feel can still damage sensitive 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a:t>
            </a:r>
          </a:p>
          <a:p>
            <a:endParaRPr lang="en-US" dirty="0"/>
          </a:p>
          <a:p>
            <a:r>
              <a:rPr lang="en-US" dirty="0"/>
              <a:t>• Define static charge as an imbalance that can build when materials touch and separate.</a:t>
            </a:r>
          </a:p>
          <a:p>
            <a:r>
              <a:rPr lang="en-US" dirty="0"/>
              <a:t>• Define ESD as the sudden movement of that charge between objects at different electrical potentials.</a:t>
            </a:r>
          </a:p>
          <a:p>
            <a:r>
              <a:rPr lang="en-US" dirty="0"/>
              <a:t>• Explain the two failure types shown: catastrophic damage causes an immediate failure; latent damage weakens a component that may fail later.</a:t>
            </a:r>
          </a:p>
          <a:p>
            <a:r>
              <a:rPr lang="en-US" dirty="0"/>
              <a:t>• Acknowledge that formal ESD controls include grounding, wrist straps, mats, and static-shielding packaging. For normal floor service in this class, emphasize the approved cabinet-discharge and handling habits.</a:t>
            </a:r>
          </a:p>
          <a:p>
            <a:r>
              <a:rPr lang="en-US" dirty="0"/>
              <a:t>• Keep the focus on the goal at the bottom of the slide: control the charge before it reaches the electronics.</a:t>
            </a:r>
          </a:p>
          <a:p>
            <a:endParaRPr lang="en-US" dirty="0"/>
          </a:p>
          <a:p>
            <a:r>
              <a:rPr lang="en-US" dirty="0"/>
              <a:t>Class Q&amp;A</a:t>
            </a:r>
          </a:p>
          <a:p>
            <a:endParaRPr lang="en-US" dirty="0"/>
          </a:p>
          <a:p>
            <a:r>
              <a:rPr lang="en-US" dirty="0"/>
              <a:t>• Ask: “Which failure is harder to connect to the original service event—catastrophic or latent?”</a:t>
            </a:r>
          </a:p>
          <a:p>
            <a:r>
              <a:rPr lang="en-US" dirty="0"/>
              <a:t>• Expected answer: latent, because the part may continue operating before it fails.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Contrast the three panels: immediate failure, delayed or latent failure, and the technician’s preventive field habit.</a:t>
            </a:r>
          </a:p>
          <a:p>
            <a:r>
              <a:rPr lang="en-US"/>
              <a:t>• Use the voltage examples only to show that static can become very high; do not imply that a technician can judge ESD risk by whether a spark is felt.</a:t>
            </a:r>
          </a:p>
          <a:p>
            <a:r>
              <a:rPr lang="en-US"/>
              <a:t>• Emphasize that component damage can occur below the human sensation threshold.</a:t>
            </a:r>
          </a:p>
          <a:p>
            <a:r>
              <a:rPr lang="en-US"/>
              <a:t>• Reinforce the floor habit shown: touch grounded cabinet metal before handling boards.</a:t>
            </a:r>
          </a:p>
          <a:p>
            <a:endParaRPr lang="en-US"/>
          </a:p>
          <a:p>
            <a:r>
              <a:rPr lang="en-US"/>
              <a:t>Class Q&amp;A</a:t>
            </a:r>
          </a:p>
          <a:p>
            <a:endParaRPr lang="en-US"/>
          </a:p>
          <a:p>
            <a:r>
              <a:rPr lang="en-US"/>
              <a:t>• Ask: “If a board still works after being handled, does that prove no ESD damage occurred?”</a:t>
            </a:r>
          </a:p>
          <a:p>
            <a:r>
              <a:rPr lang="en-US"/>
              <a:t>• Expected answer: no; latent damage may not appear immediately.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08E6-1C0C-E74C-40B5-3B51A537C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5A053-2047-27B5-056B-462096583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81953-AAB7-A9F9-ED43-E7A1B5DCCF78}"/>
              </a:ext>
            </a:extLst>
          </p:cNvPr>
          <p:cNvSpPr>
            <a:spLocks noGrp="1"/>
          </p:cNvSpPr>
          <p:nvPr>
            <p:ph type="body" idx="1"/>
          </p:nvPr>
        </p:nvSpPr>
        <p:spPr/>
        <p:txBody>
          <a:bodyPr/>
          <a:lstStyle/>
          <a:p>
            <a:r>
              <a:rPr lang="en-US"/>
              <a:t>Talking points</a:t>
            </a:r>
          </a:p>
          <a:p>
            <a:endParaRPr lang="en-US"/>
          </a:p>
          <a:p>
            <a:r>
              <a:rPr lang="en-US"/>
              <a:t>• Use the magnified images to show why ESD damage is often invisible during normal inspection.</a:t>
            </a:r>
          </a:p>
          <a:p>
            <a:r>
              <a:rPr lang="en-US"/>
              <a:t>• Point out the progression from no magnification to 400× and 5,000×. The damaged area becomes apparent only at high magnification.</a:t>
            </a:r>
          </a:p>
          <a:p>
            <a:r>
              <a:rPr lang="en-US"/>
              <a:t>• Connect the image to field behavior: technicians cannot rely on sight, sound, or touch to decide whether an ESD event was harmless.</a:t>
            </a:r>
          </a:p>
          <a:p>
            <a:r>
              <a:rPr lang="en-US"/>
              <a:t>• Prevention must happen before handling the component because the damage may be too small to see and too late to reverse.</a:t>
            </a:r>
          </a:p>
          <a:p>
            <a:endParaRPr lang="en-US"/>
          </a:p>
          <a:p>
            <a:r>
              <a:rPr lang="en-US"/>
              <a:t>Class Q&amp;A</a:t>
            </a:r>
          </a:p>
          <a:p>
            <a:endParaRPr lang="en-US"/>
          </a:p>
          <a:p>
            <a:r>
              <a:rPr lang="en-US"/>
              <a:t>• Ask: “What does this image tell us about using visual inspection as proof that a board is undamaged?”</a:t>
            </a:r>
          </a:p>
          <a:p>
            <a:r>
              <a:rPr lang="en-US"/>
              <a:t>• Expected answer: visual inspection alone cannot rule out microscopic ESD damage.</a:t>
            </a:r>
          </a:p>
        </p:txBody>
      </p:sp>
      <p:sp>
        <p:nvSpPr>
          <p:cNvPr id="4" name="Slide Number Placeholder 3">
            <a:extLst>
              <a:ext uri="{FF2B5EF4-FFF2-40B4-BE49-F238E27FC236}">
                <a16:creationId xmlns:a16="http://schemas.microsoft.com/office/drawing/2014/main" id="{5B093E1B-5F30-AA3D-C82F-875055C325F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059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Walk through the four steps in order: discharge, handle by the edges, use the bag correctly, and re-discharge after moving away.</a:t>
            </a:r>
          </a:p>
          <a:p>
            <a:r>
              <a:rPr lang="en-US"/>
              <a:t>• Demonstrate with a real board and static-control bag if available.</a:t>
            </a:r>
          </a:p>
          <a:p>
            <a:r>
              <a:rPr lang="en-US"/>
              <a:t>• Explain that pins, traces, connectors, and components should be avoided because direct contact increases contamination and ESD risk.</a:t>
            </a:r>
          </a:p>
          <a:p>
            <a:r>
              <a:rPr lang="en-US"/>
              <a:t>• Clarify the bag reminder: do not place a board on the bag’s outside surface. If the bag is being used as a temporary protected surface under the approved procedure, turn it inside out.</a:t>
            </a:r>
          </a:p>
          <a:p>
            <a:endParaRPr lang="en-US"/>
          </a:p>
          <a:p>
            <a:r>
              <a:rPr lang="en-US"/>
              <a:t>Class Q&amp;A</a:t>
            </a:r>
          </a:p>
          <a:p>
            <a:endParaRPr lang="en-US"/>
          </a:p>
          <a:p>
            <a:r>
              <a:rPr lang="en-US"/>
              <a:t>• Ask: “You discharge, step away to get a tool, and return. Which step must be repeated?”</a:t>
            </a:r>
          </a:p>
          <a:p>
            <a:r>
              <a:rPr lang="en-US"/>
              <a:t>• Expected answer: discharge again on grounded cabinet metal.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this as a retrieval pause. Ask learners to explain the four ESD habits without looking back.</a:t>
            </a:r>
          </a:p>
          <a:p>
            <a:r>
              <a:rPr lang="en-US"/>
              <a:t>• Have the class distinguish immediate failure from latent failure in their own words.</a:t>
            </a:r>
          </a:p>
          <a:p>
            <a:r>
              <a:rPr lang="en-US"/>
              <a:t>• Use the static bag as a prop and ask someone to identify the protected surface.</a:t>
            </a:r>
          </a:p>
          <a:p>
            <a:r>
              <a:rPr lang="en-US"/>
              <a:t>• Take section questions before introducing electrical fundamentals.</a:t>
            </a:r>
          </a:p>
          <a:p>
            <a:endParaRPr lang="en-US"/>
          </a:p>
          <a:p>
            <a:r>
              <a:rPr lang="en-US"/>
              <a:t>Class Q&amp;A</a:t>
            </a:r>
          </a:p>
          <a:p>
            <a:endParaRPr lang="en-US"/>
          </a:p>
          <a:p>
            <a:r>
              <a:rPr lang="en-US"/>
              <a:t>• Ask the three questions displayed on the slide.</a:t>
            </a:r>
          </a:p>
          <a:p>
            <a:r>
              <a:rPr lang="en-US"/>
              <a:t>• Scenario: “You return to a cabinet and are about to pick up a board. What should happen first?”</a:t>
            </a:r>
          </a:p>
          <a:p>
            <a:r>
              <a:rPr lang="en-US"/>
              <a:t>• Expected answer: re-discharge on grounded cabinet metal, then handle the board by its edges.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Introduce voltage, resistance, and current as the vocabulary behind useful meter readings.</a:t>
            </a:r>
          </a:p>
          <a:p>
            <a:r>
              <a:rPr lang="en-US"/>
              <a:t>• Use the subtitle as the basic relationship: voltage provides the electrical difference, resistance limits the path, and current flows through a complete path.</a:t>
            </a:r>
          </a:p>
          <a:p>
            <a:r>
              <a:rPr lang="en-US"/>
              <a:t>• Keep the section practical. The aim is to predict expected behavior before selecting a meter function.</a:t>
            </a:r>
          </a:p>
          <a:p>
            <a:endParaRPr lang="en-US"/>
          </a:p>
          <a:p>
            <a:r>
              <a:rPr lang="en-US"/>
              <a:t>Class Q&amp;A</a:t>
            </a:r>
          </a:p>
          <a:p>
            <a:endParaRPr lang="en-US"/>
          </a:p>
          <a:p>
            <a:r>
              <a:rPr lang="en-US"/>
              <a:t>• Ask: “What are the units for voltage, resistance, and current?”</a:t>
            </a:r>
          </a:p>
          <a:p>
            <a:r>
              <a:rPr lang="en-US"/>
              <a:t>• Expected answer: volts, ohms, and amps.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a:t>
            </a:r>
          </a:p>
          <a:p>
            <a:r>
              <a:t>Use this slide before the first AC measurement or live-voltage demonstration.</a:t>
            </a:r>
          </a:p>
          <a:p>
            <a:r>
              <a:t>Emphasize the example: if someone touches metal leads while plugging into AC, do not grab them while they are still energized.</a:t>
            </a:r>
          </a:p>
          <a:p>
            <a:r>
              <a:t>Power should be disconnected before approaching. If power cannot be shut off immediately, OSHA and CDC guidance allow a dry, clean, known nonconductive object such as a wooden board or plastic handle to separate the person from the source. Do not use a belt, metal object, or improvised tool whose insulating properties are uncertain. Do not attempt this around high voltage. Once the scene is safe, provide first aid or CPR if trained and follow dispatcher instructions.</a:t>
            </a:r>
          </a:p>
          <a:p>
            <a:endParaRPr/>
          </a:p>
          <a:p>
            <a:r>
              <a:t>[Sources]</a:t>
            </a:r>
          </a:p>
          <a:p>
            <a:r>
              <a:t>- OSHA, Train-the-Trainer: Basic Electricity Safety, https://</a:t>
            </a:r>
            <a:r>
              <a:rPr lang="en-US" err="1"/>
              <a:t>www.osha.gov</a:t>
            </a:r>
            <a:r>
              <a:t>/sites/default/files/2019-04/</a:t>
            </a:r>
            <a:r>
              <a:rPr lang="en-US" err="1"/>
              <a:t>Basic_Electricity_Materials.pdf</a:t>
            </a:r>
            <a:r>
              <a:t>.</a:t>
            </a:r>
          </a:p>
          <a:p>
            <a:r>
              <a:t>- American Red Cross, First Aid/CPR/AED Participant’s Manual, https://</a:t>
            </a:r>
            <a:r>
              <a:rPr lang="en-US" err="1"/>
              <a:t>www.redcross.org</a:t>
            </a:r>
            <a:r>
              <a:t>/content/dam/</a:t>
            </a:r>
            <a:r>
              <a:rPr lang="en-US" err="1"/>
              <a:t>redcross</a:t>
            </a:r>
            <a:r>
              <a:t>/training-services/no-index/First%20Aid-CPR-AED-Participant%27s-Manual.pdf.</a:t>
            </a:r>
          </a:p>
          <a:p>
            <a:r>
              <a:t>- CDC, What to Do to Protect Yourself From Electrical Hazards, https://</a:t>
            </a:r>
            <a:r>
              <a:rPr lang="en-US" err="1"/>
              <a:t>www.cdc.gov</a:t>
            </a:r>
            <a:r>
              <a:t>/natural-disasters/response/what-to-do-protect-yourself-from-electrical-</a:t>
            </a:r>
            <a:r>
              <a:rPr lang="en-US" err="1"/>
              <a:t>hazards.html</a:t>
            </a:r>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907AD-7F62-CA25-3896-588435CD9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58787-8EC1-A0AD-2264-4BDD72AD5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B2456-8CAF-3A51-692E-41DDC04DC4D9}"/>
              </a:ext>
            </a:extLst>
          </p:cNvPr>
          <p:cNvSpPr>
            <a:spLocks noGrp="1"/>
          </p:cNvSpPr>
          <p:nvPr>
            <p:ph type="body" idx="1"/>
          </p:nvPr>
        </p:nvSpPr>
        <p:spPr/>
        <p:txBody>
          <a:bodyPr/>
          <a:lstStyle/>
          <a:p>
            <a:r>
              <a:rPr lang="en-US"/>
              <a:t>Talking points</a:t>
            </a:r>
          </a:p>
          <a:p>
            <a:endParaRPr lang="en-US"/>
          </a:p>
          <a:p>
            <a:r>
              <a:rPr lang="en-US"/>
              <a:t>• Define AC as electrical charge that reverses direction periodically; in the United States, utility power normally cycles at 60 Hz.</a:t>
            </a:r>
          </a:p>
          <a:p>
            <a:r>
              <a:rPr lang="en-US"/>
              <a:t>• Define DC as charge flowing in one consistent direction through the circuit.</a:t>
            </a:r>
          </a:p>
          <a:p>
            <a:r>
              <a:rPr lang="en-US"/>
              <a:t>• Connect the examples to field work: wall or floor power is AC; batteries, USB power, PCB rails, and many cabinet outputs are DC.</a:t>
            </a:r>
          </a:p>
          <a:p>
            <a:r>
              <a:rPr lang="en-US"/>
              <a:t>• Explain why identification matters: the meter must be set for the type of voltage expected at the test point.</a:t>
            </a:r>
          </a:p>
          <a:p>
            <a:r>
              <a:rPr lang="en-US"/>
              <a:t>• Correct the wording connection on the slide: the AC cabinet input is an electrical-safety issue, while ESD is a separate static-control issue.</a:t>
            </a:r>
          </a:p>
          <a:p>
            <a:endParaRPr lang="en-US"/>
          </a:p>
          <a:p>
            <a:r>
              <a:rPr lang="en-US"/>
              <a:t>Class Q&amp;A</a:t>
            </a:r>
          </a:p>
          <a:p>
            <a:endParaRPr lang="en-US"/>
          </a:p>
          <a:p>
            <a:r>
              <a:rPr lang="en-US"/>
              <a:t>• Ask: “Where would you expect AC in or around a cabinet, and where would you expect DC?”</a:t>
            </a:r>
          </a:p>
          <a:p>
            <a:r>
              <a:rPr lang="en-US"/>
              <a:t>• Expected answer: AC at the building input and AC distribution; DC after the power supply and at batteries or electronic rails.</a:t>
            </a:r>
          </a:p>
        </p:txBody>
      </p:sp>
      <p:sp>
        <p:nvSpPr>
          <p:cNvPr id="4" name="Slide Number Placeholder 3">
            <a:extLst>
              <a:ext uri="{FF2B5EF4-FFF2-40B4-BE49-F238E27FC236}">
                <a16:creationId xmlns:a16="http://schemas.microsoft.com/office/drawing/2014/main" id="{A7397DA4-ADD5-E3AC-34AF-DDE4041C0CF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32191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Describe voltage as the electrical difference between two points, which is why voltage is measured across a source, circuit, or component.</a:t>
            </a:r>
          </a:p>
          <a:p>
            <a:r>
              <a:rPr lang="en-US"/>
              <a:t>• Describe resistance as opposition to current and reinforce that resistance is checked only after power is removed.</a:t>
            </a:r>
          </a:p>
          <a:p>
            <a:r>
              <a:rPr lang="en-US"/>
              <a:t>• Describe current as flow through a complete path. Current depends on the applied voltage and the resistance or load.</a:t>
            </a:r>
          </a:p>
          <a:p>
            <a:r>
              <a:rPr lang="en-US"/>
              <a:t>• Use the three small graphics as a sequence: push, restriction, resulting flow.</a:t>
            </a:r>
          </a:p>
          <a:p>
            <a:r>
              <a:rPr lang="en-US"/>
              <a:t>• Keep Ohm’s law conceptual: for the same voltage, more resistance means less current; an open path prevents current flow.</a:t>
            </a:r>
          </a:p>
          <a:p>
            <a:endParaRPr lang="en-US"/>
          </a:p>
          <a:p>
            <a:r>
              <a:rPr lang="en-US"/>
              <a:t>Class Q&amp;A</a:t>
            </a:r>
          </a:p>
          <a:p>
            <a:endParaRPr lang="en-US"/>
          </a:p>
          <a:p>
            <a:r>
              <a:rPr lang="en-US"/>
              <a:t>• Ask: “If the same voltage is applied and resistance increases, what happens to current?”</a:t>
            </a:r>
          </a:p>
          <a:p>
            <a:r>
              <a:rPr lang="en-US"/>
              <a:t>• Expected answer: current decreases.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Follow the diagram from left to right: incoming building AC enters the power supply, which converts it into DC outputs for cabinet systems.</a:t>
            </a:r>
          </a:p>
          <a:p>
            <a:r>
              <a:rPr lang="en-US"/>
              <a:t>• Explain that technicians may hear incoming voltage described as 110, 115, or 120 VAC; the actual voltage must be measured safely rather than assumed.</a:t>
            </a:r>
          </a:p>
          <a:p>
            <a:r>
              <a:rPr lang="en-US"/>
              <a:t>• Identify likely DC loads shown: CPU, backplane, monitors, LEDs, and peripherals.</a:t>
            </a:r>
          </a:p>
          <a:p>
            <a:r>
              <a:rPr lang="en-US"/>
              <a:t>• Before testing, decide whether the point should be AC or DC, what value is expected, and what reference point will be used.</a:t>
            </a:r>
          </a:p>
          <a:p>
            <a:r>
              <a:rPr lang="en-US"/>
              <a:t>• Remind the class that voltage inside a cabinet can still be hazardous.</a:t>
            </a:r>
          </a:p>
          <a:p>
            <a:endParaRPr lang="en-US"/>
          </a:p>
          <a:p>
            <a:r>
              <a:rPr lang="en-US"/>
              <a:t>Class Q&amp;A</a:t>
            </a:r>
          </a:p>
          <a:p>
            <a:endParaRPr lang="en-US"/>
          </a:p>
          <a:p>
            <a:r>
              <a:rPr lang="en-US"/>
              <a:t>• Ask: “If you are testing the input side of a cabinet power supply, which voltage mode do you expect? What about its output side?”</a:t>
            </a:r>
          </a:p>
          <a:p>
            <a:r>
              <a:rPr lang="en-US"/>
              <a:t>• Expected answer: AC on the input side and DC on the output side, subject to the diagram and label.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Ask learners to connect each quantity to its unit and practical meaning.</a:t>
            </a:r>
          </a:p>
          <a:p>
            <a:r>
              <a:rPr lang="en-US"/>
              <a:t>• Reinforce the cabinet transition from incoming AC to distributed DC.</a:t>
            </a:r>
          </a:p>
          <a:p>
            <a:r>
              <a:rPr lang="en-US"/>
              <a:t>• Use the visible questions to check whether learners can predict electrical behavior before they reach for the meter.</a:t>
            </a:r>
          </a:p>
          <a:p>
            <a:r>
              <a:rPr lang="en-US"/>
              <a:t>• Keep the review conceptual; calculations are not the main objective.</a:t>
            </a:r>
          </a:p>
          <a:p>
            <a:endParaRPr lang="en-US"/>
          </a:p>
          <a:p>
            <a:r>
              <a:rPr lang="en-US"/>
              <a:t>Class Q&amp;A</a:t>
            </a:r>
          </a:p>
          <a:p>
            <a:endParaRPr lang="en-US"/>
          </a:p>
          <a:p>
            <a:r>
              <a:rPr lang="en-US"/>
              <a:t>• Ask the three questions displayed on the slide.</a:t>
            </a:r>
          </a:p>
          <a:p>
            <a:r>
              <a:rPr lang="en-US"/>
              <a:t>• Follow up: “Why does naming AC or DC first matter to the next test?”</a:t>
            </a:r>
          </a:p>
          <a:p>
            <a:r>
              <a:rPr lang="en-US"/>
              <a:t>• Expected answer: it determines the correct meter function and the expected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Transition from individual meter functions to the full cabinet power path.</a:t>
            </a:r>
          </a:p>
          <a:p>
            <a:r>
              <a:rPr lang="en-US"/>
              <a:t>• Explain that a symptom identifies what is wrong; the power path helps identify where to begin testing.</a:t>
            </a:r>
          </a:p>
          <a:p>
            <a:r>
              <a:rPr lang="en-US"/>
              <a:t>• Preview the mental model: source, distribution or protection, conversion, distributed power, load, and return.</a:t>
            </a:r>
          </a:p>
          <a:p>
            <a:endParaRPr lang="en-US"/>
          </a:p>
          <a:p>
            <a:r>
              <a:rPr lang="en-US"/>
              <a:t>Class Q&amp;A</a:t>
            </a:r>
          </a:p>
          <a:p>
            <a:endParaRPr lang="en-US"/>
          </a:p>
          <a:p>
            <a:r>
              <a:rPr lang="en-US"/>
              <a:t>• Ask: “If a cabinet load is dead, what should guide the first test point?”</a:t>
            </a:r>
          </a:p>
          <a:p>
            <a:r>
              <a:rPr lang="en-US"/>
              <a:t>• Expected answer: the known power path, the symptom, and the expected voltage at logical points.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Follow the diagram from left to right: wall or floor AC input, power distribution, AC-to-DC power supply, distributed DC, and cabinet loads.</a:t>
            </a:r>
          </a:p>
          <a:p>
            <a:r>
              <a:rPr lang="en-US"/>
              <a:t>• Use a real cabinet as the anchor and point out the physical location of each stage where possible.</a:t>
            </a:r>
          </a:p>
          <a:p>
            <a:r>
              <a:rPr lang="en-US"/>
              <a:t>• Explain that some cabinets combine distribution and conversion while others use multiple power supplies for different systems.</a:t>
            </a:r>
          </a:p>
          <a:p>
            <a:r>
              <a:rPr lang="en-US"/>
              <a:t>• Mention the examples shown: CPU or backplane, monitors, LEDs, and peripherals may be powered through different branches.</a:t>
            </a:r>
          </a:p>
          <a:p>
            <a:r>
              <a:rPr lang="en-US"/>
              <a:t>• The diagram is a mental starting point, not a replacement for the cabinet-specific documentation.</a:t>
            </a:r>
          </a:p>
          <a:p>
            <a:endParaRPr lang="en-US"/>
          </a:p>
          <a:p>
            <a:r>
              <a:rPr lang="en-US"/>
              <a:t>Class Q&amp;A</a:t>
            </a:r>
          </a:p>
          <a:p>
            <a:endParaRPr lang="en-US"/>
          </a:p>
          <a:p>
            <a:r>
              <a:rPr lang="en-US"/>
              <a:t>• Ask: “If the CPU is operating but the cabinet LEDs are dead, what does that tell you about the path?”</a:t>
            </a:r>
          </a:p>
          <a:p>
            <a:r>
              <a:rPr lang="en-US"/>
              <a:t>• Expected discussion: some common source power is present; investigate the LED branch, its supply, connectors, control, and return.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this as the standard script before every supervised measurement.</a:t>
            </a:r>
          </a:p>
          <a:p>
            <a:r>
              <a:rPr lang="en-US"/>
              <a:t>• Walk through the steps in order: define, inspect, select, prove, place, de-energize when required, and record.</a:t>
            </a:r>
          </a:p>
          <a:p>
            <a:r>
              <a:rPr lang="en-US"/>
              <a:t>• Explain “prove the meter” as confirming operation with a known source or known condition when the procedure allows.</a:t>
            </a:r>
          </a:p>
          <a:p>
            <a:r>
              <a:rPr lang="en-US"/>
              <a:t>• For unknown circuits, select a safe function and treat the circuit conservatively.</a:t>
            </a:r>
          </a:p>
          <a:p>
            <a:r>
              <a:rPr lang="en-US"/>
              <a:t>• Emphasize the bottom line: a number is weak evidence unless both test points, the operating condition, and the selected function are known.</a:t>
            </a:r>
          </a:p>
          <a:p>
            <a:endParaRPr lang="en-US"/>
          </a:p>
          <a:p>
            <a:r>
              <a:rPr lang="en-US"/>
              <a:t>Class Q&amp;A</a:t>
            </a:r>
          </a:p>
          <a:p>
            <a:endParaRPr lang="en-US"/>
          </a:p>
          <a:p>
            <a:r>
              <a:rPr lang="en-US"/>
              <a:t>• Ask: “Which step happens before selecting the function?” Expected answer: define the measurement and inspect the meter.</a:t>
            </a:r>
          </a:p>
          <a:p>
            <a:r>
              <a:rPr lang="en-US"/>
              <a:t>• Ask: “What must be documented with the number?” Expected answer: both test points, operating condition, function, and reading.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Ask learners to describe the cabinet power path without looking back at slide 27.</a:t>
            </a:r>
          </a:p>
          <a:p>
            <a:r>
              <a:rPr lang="en-US"/>
              <a:t>• Have them choose a first test for a completely dead cabinet and explain why.</a:t>
            </a:r>
          </a:p>
          <a:p>
            <a:r>
              <a:rPr lang="en-US"/>
              <a:t>• Discuss when it is efficient to start at the source and when a logical midpoint can split the path.</a:t>
            </a:r>
          </a:p>
          <a:p>
            <a:r>
              <a:rPr lang="en-US"/>
              <a:t>• Reinforce that every reading must be compared with an expected value.</a:t>
            </a:r>
          </a:p>
          <a:p>
            <a:endParaRPr lang="en-US"/>
          </a:p>
          <a:p>
            <a:r>
              <a:rPr lang="en-US"/>
              <a:t>Class Q&amp;A</a:t>
            </a:r>
          </a:p>
          <a:p>
            <a:endParaRPr lang="en-US"/>
          </a:p>
          <a:p>
            <a:r>
              <a:rPr lang="en-US"/>
              <a:t>• Ask the three visible questions.</a:t>
            </a:r>
          </a:p>
          <a:p>
            <a:r>
              <a:rPr lang="en-US"/>
              <a:t>• Ask: “What information must be recorded with a voltage reading?”</a:t>
            </a:r>
          </a:p>
          <a:p>
            <a:r>
              <a:rPr lang="en-US"/>
              <a:t>• Expected answer: selected function, both test points or reference, operating condition, expected result, and actual reading.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Transition from electrical behavior to the tool used to test it.</a:t>
            </a:r>
          </a:p>
          <a:p>
            <a:r>
              <a:rPr lang="en-US"/>
              <a:t>• Reinforce the section rule: complete the setup before the probes touch the circuit.</a:t>
            </a:r>
          </a:p>
          <a:p>
            <a:r>
              <a:rPr lang="en-US"/>
              <a:t>• Preview the four class priorities: AC voltage, DC voltage, resistance or continuity, and battery testing.</a:t>
            </a:r>
          </a:p>
          <a:p>
            <a:r>
              <a:rPr lang="en-US"/>
              <a:t>• Explain that the meters may look different, but the measurement logic remains consistent.</a:t>
            </a:r>
          </a:p>
          <a:p>
            <a:endParaRPr lang="en-US"/>
          </a:p>
          <a:p>
            <a:r>
              <a:rPr lang="en-US"/>
              <a:t>Class Q&amp;A</a:t>
            </a:r>
          </a:p>
          <a:p>
            <a:endParaRPr lang="en-US"/>
          </a:p>
          <a:p>
            <a:r>
              <a:rPr lang="en-US"/>
              <a:t>• Ask: “What should be verified before the probes touch anything?”</a:t>
            </a:r>
          </a:p>
          <a:p>
            <a:r>
              <a:rPr lang="en-US"/>
              <a:t>• Listen for meter and lead condition, input terminals, selected function, AC or DC, expected value, and reference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Identify the four meters in the photograph and the </a:t>
            </a:r>
            <a:r>
              <a:rPr lang="en-US" err="1"/>
              <a:t>AstroAI</a:t>
            </a:r>
            <a:r>
              <a:rPr lang="en-US"/>
              <a:t> as the classroom demonstration meter.</a:t>
            </a:r>
          </a:p>
          <a:p>
            <a:r>
              <a:rPr lang="en-US"/>
              <a:t>• Note that the smaller </a:t>
            </a:r>
            <a:r>
              <a:rPr lang="en-US" err="1"/>
              <a:t>Extech</a:t>
            </a:r>
            <a:r>
              <a:rPr lang="en-US"/>
              <a:t> and </a:t>
            </a:r>
            <a:r>
              <a:rPr lang="en-US" err="1"/>
              <a:t>Zotek</a:t>
            </a:r>
            <a:r>
              <a:rPr lang="en-US"/>
              <a:t> meters have had some field deployment around GCG, so students may already recognize them.</a:t>
            </a:r>
          </a:p>
          <a:p>
            <a:r>
              <a:rPr lang="en-US"/>
              <a:t>• Compare the common controls: display, selector, voltage and resistance functions, continuity, black/common connection, and red measurement connection.</a:t>
            </a:r>
          </a:p>
          <a:p>
            <a:r>
              <a:rPr lang="en-US"/>
              <a:t>• Read the shared workflow on the left: correct leads, correct jack, function before contact, confirm units, and remove power before resistance or continuity.</a:t>
            </a:r>
          </a:p>
          <a:p>
            <a:r>
              <a:rPr lang="en-US"/>
              <a:t>• Explain that button names, dial positions, ranges, and lead storage may vary by model.</a:t>
            </a:r>
          </a:p>
          <a:p>
            <a:endParaRPr lang="en-US"/>
          </a:p>
          <a:p>
            <a:r>
              <a:rPr lang="en-US"/>
              <a:t>Class Q&amp;A</a:t>
            </a:r>
          </a:p>
          <a:p>
            <a:endParaRPr lang="en-US"/>
          </a:p>
          <a:p>
            <a:r>
              <a:rPr lang="en-US"/>
              <a:t>• Ask: “What features or symbols can you find on all four meters?”</a:t>
            </a:r>
          </a:p>
          <a:p>
            <a:r>
              <a:rPr lang="en-US"/>
              <a:t>• Follow up: “Which differences mean you must inspect the individual meter before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E0D7-AD9A-7550-B4B3-2CE445791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9CAF4-6ACA-0523-CD1B-B1BF4B129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F243F-D823-5594-E8B7-08FDFE502BCC}"/>
              </a:ext>
            </a:extLst>
          </p:cNvPr>
          <p:cNvSpPr>
            <a:spLocks noGrp="1"/>
          </p:cNvSpPr>
          <p:nvPr>
            <p:ph type="body" idx="1"/>
          </p:nvPr>
        </p:nvSpPr>
        <p:spPr/>
        <p:txBody>
          <a:bodyPr/>
          <a:lstStyle/>
          <a:p>
            <a:r>
              <a:rPr lang="en-US"/>
              <a:t>Talking points</a:t>
            </a:r>
          </a:p>
          <a:p>
            <a:endParaRPr lang="en-US"/>
          </a:p>
          <a:p>
            <a:r>
              <a:rPr lang="en-US"/>
              <a:t>• Use the colored annotations to compare where voltage and resistance or continuity appear on each meter.</a:t>
            </a:r>
          </a:p>
          <a:p>
            <a:r>
              <a:rPr lang="en-US"/>
              <a:t>• Point out that the same function may use a different dial location or share a position with another function.</a:t>
            </a:r>
          </a:p>
          <a:p>
            <a:r>
              <a:rPr lang="en-US"/>
              <a:t>• On meters with shared positions, the select or function button changes the active measurement; the display must confirm the choice.</a:t>
            </a:r>
          </a:p>
          <a:p>
            <a:r>
              <a:rPr lang="en-US"/>
              <a:t>• Do not teach by dial position alone. Teach students to match the symbol, active display indicator, and expected measurement.</a:t>
            </a:r>
          </a:p>
          <a:p>
            <a:r>
              <a:rPr lang="en-US"/>
              <a:t>• Use this slide as a visual identification exercise before focusing on the </a:t>
            </a:r>
            <a:r>
              <a:rPr lang="en-US" err="1"/>
              <a:t>AstroAI</a:t>
            </a:r>
            <a:r>
              <a:rPr lang="en-US"/>
              <a:t>.</a:t>
            </a:r>
          </a:p>
          <a:p>
            <a:endParaRPr lang="en-US"/>
          </a:p>
          <a:p>
            <a:r>
              <a:rPr lang="en-US"/>
              <a:t>Class Q&amp;A</a:t>
            </a:r>
          </a:p>
          <a:p>
            <a:endParaRPr lang="en-US"/>
          </a:p>
          <a:p>
            <a:r>
              <a:rPr lang="en-US"/>
              <a:t>• Ask a learner to point out voltage on each meter, then resistance or continuity.</a:t>
            </a:r>
          </a:p>
          <a:p>
            <a:r>
              <a:rPr lang="en-US"/>
              <a:t>• Ask: “Why is copying the dial position from a different meter unsafe?”</a:t>
            </a:r>
          </a:p>
          <a:p>
            <a:r>
              <a:rPr lang="en-US"/>
              <a:t>• Expected answer: the controls and shared functions differ by model.</a:t>
            </a:r>
          </a:p>
        </p:txBody>
      </p:sp>
      <p:sp>
        <p:nvSpPr>
          <p:cNvPr id="4" name="Slide Number Placeholder 3">
            <a:extLst>
              <a:ext uri="{FF2B5EF4-FFF2-40B4-BE49-F238E27FC236}">
                <a16:creationId xmlns:a16="http://schemas.microsoft.com/office/drawing/2014/main" id="{D0B7BC93-99AC-CE60-A0E4-2472C8681F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69453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the actual </a:t>
            </a:r>
            <a:r>
              <a:rPr lang="en-US" err="1"/>
              <a:t>AstroAI</a:t>
            </a:r>
            <a:r>
              <a:rPr lang="en-US"/>
              <a:t> while pointing to the four areas highlighted on the slide.</a:t>
            </a:r>
          </a:p>
          <a:p>
            <a:r>
              <a:rPr lang="en-US"/>
              <a:t>• For voltage, select V, use FUNC to choose AC or DC, and verify the display before contact.</a:t>
            </a:r>
          </a:p>
          <a:p>
            <a:r>
              <a:rPr lang="en-US"/>
              <a:t>• For resistance or continuity, prove the circuit is de-energized, select the resistance/continuity area, and use FUNC for the audible continuity check.</a:t>
            </a:r>
          </a:p>
          <a:p>
            <a:r>
              <a:rPr lang="en-US"/>
              <a:t>• Keep the black lead in COM and the red lead in the voltage/resistance input for all class measurements on this slide—not the 10 A terminal.</a:t>
            </a:r>
          </a:p>
          <a:p>
            <a:r>
              <a:rPr lang="en-US"/>
              <a:t>• Explain that the 1.5 V, 9 V, and 12 V battery positions are loaded presets and should be used only when the battery matches the label.</a:t>
            </a:r>
          </a:p>
          <a:p>
            <a:endParaRPr lang="en-US"/>
          </a:p>
          <a:p>
            <a:r>
              <a:rPr lang="en-US"/>
              <a:t>Class Q&amp;A</a:t>
            </a:r>
          </a:p>
          <a:p>
            <a:endParaRPr lang="en-US"/>
          </a:p>
          <a:p>
            <a:r>
              <a:rPr lang="en-US"/>
              <a:t>• Scenario: “You need to check a 24 VDC power-supply output. Where should the dial point, and what must the display show?”</a:t>
            </a:r>
          </a:p>
          <a:p>
            <a:r>
              <a:rPr lang="en-US"/>
              <a:t>• Expected answer: voltage mode with DC confirmed on the display.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Explain that a battery preset applies a built-in load; it is not simply another DC-voltage range.</a:t>
            </a:r>
          </a:p>
          <a:p>
            <a:r>
              <a:rPr lang="en-US"/>
              <a:t>• Use the 1.5 V preset for an individual AA or AAA cell when that preset matches the battery.</a:t>
            </a:r>
          </a:p>
          <a:p>
            <a:r>
              <a:rPr lang="en-US"/>
              <a:t>• Use regular DC volts for the 3.2 V coin cell because no preset matches it.</a:t>
            </a:r>
          </a:p>
          <a:p>
            <a:r>
              <a:rPr lang="en-US"/>
              <a:t>• For two- or three-cell AA/AAA packs wired in series, the cell voltages add. Expect about 3.0 V for two fresh 1.5 V cells and about 4.5 V for three.</a:t>
            </a:r>
          </a:p>
          <a:p>
            <a:r>
              <a:rPr lang="en-US"/>
              <a:t>• Test a series pack at its output and compare the reading with the pack label and current product guidance.</a:t>
            </a:r>
          </a:p>
          <a:p>
            <a:r>
              <a:rPr lang="en-US"/>
              <a:t>• Never place the meter in current or resistance mode directly across a battery.</a:t>
            </a:r>
          </a:p>
          <a:p>
            <a:endParaRPr lang="en-US"/>
          </a:p>
          <a:p>
            <a:r>
              <a:rPr lang="en-US"/>
              <a:t>Class Q&amp;A</a:t>
            </a:r>
          </a:p>
          <a:p>
            <a:endParaRPr lang="en-US"/>
          </a:p>
          <a:p>
            <a:r>
              <a:rPr lang="en-US"/>
              <a:t>• Scenario: “A pack has three 1.5 V cells in series. What nominal voltage do you expect, and which mode should you use?”</a:t>
            </a:r>
          </a:p>
          <a:p>
            <a:r>
              <a:rPr lang="en-US"/>
              <a:t>• Expected answer: approximately 4.5 V using regular DC-voltage mode.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Pause here before any live-voltage demonstration.</a:t>
            </a:r>
          </a:p>
          <a:p>
            <a:r>
              <a:rPr lang="en-US"/>
              <a:t>• Demonstrate the complete pre-test check: inspect the meter and leads, black in COM, red in the correct terminal, correct function selected, and fingers behind the probe guards.</a:t>
            </a:r>
          </a:p>
          <a:p>
            <a:r>
              <a:rPr lang="en-US"/>
              <a:t>• Explain the red-terminal warning. A lead left in a current input can turn a voltage check into a short circuit or blow the meter fuse.</a:t>
            </a:r>
          </a:p>
          <a:p>
            <a:r>
              <a:rPr lang="en-US"/>
              <a:t>• Have the learner say the expected voltage type, expected approximate value, and reference point before placing probes.</a:t>
            </a:r>
          </a:p>
          <a:p>
            <a:r>
              <a:rPr lang="en-US"/>
              <a:t>• Repeat the rule: never attempt a voltage measurement while the meter is in current, resistance, or continuity mode.</a:t>
            </a:r>
          </a:p>
          <a:p>
            <a:endParaRPr lang="en-US"/>
          </a:p>
          <a:p>
            <a:r>
              <a:rPr lang="en-US"/>
              <a:t>Class Q&amp;A</a:t>
            </a:r>
          </a:p>
          <a:p>
            <a:endParaRPr lang="en-US"/>
          </a:p>
          <a:p>
            <a:r>
              <a:rPr lang="en-US"/>
              <a:t>• Ask: “What can happen if the red lead is left in a current terminal during a voltage check?”</a:t>
            </a:r>
          </a:p>
          <a:p>
            <a:r>
              <a:rPr lang="en-US"/>
              <a:t>• Expected answer: a short circuit, blown meter fuse, equipment damage, arc or spark, and possible injury.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Demonstrate OL or open with the probes separated, then a very low resistance with the probes touching.</a:t>
            </a:r>
          </a:p>
          <a:p>
            <a:r>
              <a:rPr lang="en-US"/>
              <a:t>• Explain the three result patterns shown: expected low resistance, open path, and higher-than-expected resistance.</a:t>
            </a:r>
          </a:p>
          <a:p>
            <a:r>
              <a:rPr lang="en-US"/>
              <a:t>• Use higher-than-expected resistance to introduce corrosion, loose terminals, damaged conductors, or poor connections.</a:t>
            </a:r>
          </a:p>
          <a:p>
            <a:r>
              <a:rPr lang="en-US"/>
              <a:t>• Stress that a continuity tone confirms an electrical connection under the meter’s small test signal; it does not prove the path can carry the equipment’s normal load.</a:t>
            </a:r>
          </a:p>
          <a:p>
            <a:r>
              <a:rPr lang="en-US"/>
              <a:t>• Prove the circuit is de-energized before selecting resistance or continuity.</a:t>
            </a:r>
          </a:p>
          <a:p>
            <a:endParaRPr lang="en-US"/>
          </a:p>
          <a:p>
            <a:r>
              <a:rPr lang="en-US"/>
              <a:t>Class Q&amp;A</a:t>
            </a:r>
          </a:p>
          <a:p>
            <a:endParaRPr lang="en-US"/>
          </a:p>
          <a:p>
            <a:r>
              <a:rPr lang="en-US"/>
              <a:t>• Ask: “What must be proven before selecting resistance or continuity?”</a:t>
            </a:r>
          </a:p>
          <a:p>
            <a:r>
              <a:rPr lang="en-US"/>
              <a:t>• Expected answer: the circuit is de-energized.</a:t>
            </a:r>
          </a:p>
          <a:p>
            <a:r>
              <a:rPr lang="en-US"/>
              <a:t>• Follow up: “Does a beep prove the connection will carry its normal load?” Expected answer: 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a:t>
            </a:r>
          </a:p>
          <a:p>
            <a:r>
              <a:t>Walk through the use cases as yes / no path questions: does this wire reach the other end, does this pin land where the drawing says, is the switch closed, does the fuse pass, and does ground reach ground?</a:t>
            </a:r>
          </a:p>
          <a:p>
            <a:endParaRPr/>
          </a:p>
          <a:p>
            <a:r>
              <a:t>Keep the sequence consistent: power off, isolate if needed, choose continuity, touch both points, then compare the result with the drawing or expected path.</a:t>
            </a:r>
          </a:p>
          <a:p>
            <a:endParaRPr/>
          </a:p>
          <a:p>
            <a:r>
              <a:t>Emphasize that continuity is a fast path check—not a substitute for a voltage or load test when the circuit must deliver power.</a:t>
            </a:r>
          </a:p>
          <a:p>
            <a:endParaRPr/>
          </a:p>
          <a:p>
            <a:r>
              <a:t>[Sources]</a:t>
            </a:r>
          </a:p>
          <a:p>
            <a:r>
              <a:t>- No external sources; instructional copy based on standard digital-multimeter continuity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a:t>
            </a:r>
          </a:p>
          <a:p>
            <a:r>
              <a:t>Use this as the memorable field trick. When a cable or harness disappears into a tight space, choose one conductor you can identify at one end—ground is often the easiest—and use continuity to find that same conductor at the other end.</a:t>
            </a:r>
          </a:p>
          <a:p>
            <a:endParaRPr/>
          </a:p>
          <a:p>
            <a:r>
              <a:t>For a harness, use the wiring diagram to choose a pin and test pin-to-pin. A tone means the path is continuous; OL means the path is open or you are on the wrong pin.</a:t>
            </a:r>
          </a:p>
          <a:p>
            <a:endParaRPr/>
          </a:p>
          <a:p>
            <a:r>
              <a:t>Ask the class: “If the cable is too tight to trace with your eyes, what could you test first?”</a:t>
            </a:r>
          </a:p>
          <a:p>
            <a:endParaRPr/>
          </a:p>
          <a:p>
            <a:r>
              <a:t>[Sources]</a:t>
            </a:r>
          </a:p>
          <a:p>
            <a:r>
              <a:t>- Generated visual: OpenAI ImageGen, generated 2026-08-10; generic cable / harness continuity-tracing illustration.</a:t>
            </a:r>
          </a:p>
          <a:p>
            <a:r>
              <a:t>- No external sources; instructional copy based on standard digital-multimeter continuity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the actual </a:t>
            </a:r>
            <a:r>
              <a:rPr lang="en-US" err="1"/>
              <a:t>AstroAI</a:t>
            </a:r>
            <a:r>
              <a:rPr lang="en-US"/>
              <a:t> while learners answer the visible questions.</a:t>
            </a:r>
          </a:p>
          <a:p>
            <a:r>
              <a:rPr lang="en-US"/>
              <a:t>• Require the learner to identify the correct input terminals and dial function before giving the answer.</a:t>
            </a:r>
          </a:p>
          <a:p>
            <a:r>
              <a:rPr lang="en-US"/>
              <a:t>• Reinforce that continuity is a power-off test and that unmatched batteries use regular DC volts.</a:t>
            </a:r>
          </a:p>
          <a:p>
            <a:r>
              <a:rPr lang="en-US"/>
              <a:t>• Use the slide’s bottom sequence as the section summary: function, terminals, expected value, reference point, then probes.</a:t>
            </a:r>
          </a:p>
          <a:p>
            <a:endParaRPr lang="en-US"/>
          </a:p>
          <a:p>
            <a:r>
              <a:rPr lang="en-US"/>
              <a:t>Class Q&amp;A</a:t>
            </a:r>
          </a:p>
          <a:p>
            <a:endParaRPr lang="en-US"/>
          </a:p>
          <a:p>
            <a:r>
              <a:rPr lang="en-US"/>
              <a:t>• Ask all three questions displayed on the slide.</a:t>
            </a:r>
          </a:p>
          <a:p>
            <a:r>
              <a:rPr lang="en-US"/>
              <a:t>• Scenario: “You need to test a 3.2 V coin cell. Which mode do you choose?”</a:t>
            </a:r>
          </a:p>
          <a:p>
            <a:r>
              <a:rPr lang="en-US"/>
              <a:t>• Expected answer: regular DC volts, not one of the loaded battery presets.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Introduce a wiring diagram as a map of electrical relationships, not a picture of physical routing.</a:t>
            </a:r>
          </a:p>
          <a:p>
            <a:r>
              <a:rPr lang="en-US"/>
              <a:t>• Stress that the drawing must match the cabinet model, configuration, and revision before it guides work.</a:t>
            </a:r>
          </a:p>
          <a:p>
            <a:r>
              <a:rPr lang="en-US"/>
              <a:t>• Preview the section goal: use the diagram to find source, connectors, pins, expected values, loads, and returns, then prove the path on the cabinet.</a:t>
            </a:r>
          </a:p>
          <a:p>
            <a:endParaRPr lang="en-US"/>
          </a:p>
          <a:p>
            <a:r>
              <a:rPr lang="en-US"/>
              <a:t>Class Q&amp;A</a:t>
            </a:r>
          </a:p>
          <a:p>
            <a:endParaRPr lang="en-US"/>
          </a:p>
          <a:p>
            <a:r>
              <a:rPr lang="en-US"/>
              <a:t>• Ask: “What must match before a wiring diagram can guide the test?”</a:t>
            </a:r>
          </a:p>
          <a:p>
            <a:r>
              <a:rPr lang="en-US"/>
              <a:t>• Expected answer: cabinet model, configuration or options, and revision.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Identify the reference cabinet as the IGT Universal Slant and compare it with the title block or identifying information on the drawing.</a:t>
            </a:r>
          </a:p>
          <a:p>
            <a:r>
              <a:rPr lang="en-US"/>
              <a:t>• Before tracing, locate the connector IDs, pin numbers, grounds or returns, and expected voltages.</a:t>
            </a:r>
          </a:p>
          <a:p>
            <a:r>
              <a:rPr lang="en-US"/>
              <a:t>• Explain that wire color is useful for orientation but does not prove identity, voltage, or continuity.</a:t>
            </a:r>
          </a:p>
          <a:p>
            <a:r>
              <a:rPr lang="en-US"/>
              <a:t>• Ask learners to match one point on the diagram to one physical connector or test point before measuring.</a:t>
            </a:r>
          </a:p>
          <a:p>
            <a:r>
              <a:rPr lang="en-US"/>
              <a:t>• Use the full-page view to teach orientation rather than trying to read every wire at once.</a:t>
            </a:r>
          </a:p>
          <a:p>
            <a:endParaRPr lang="en-US"/>
          </a:p>
          <a:p>
            <a:r>
              <a:rPr lang="en-US"/>
              <a:t>Class Q&amp;A</a:t>
            </a:r>
          </a:p>
          <a:p>
            <a:endParaRPr lang="en-US"/>
          </a:p>
          <a:p>
            <a:r>
              <a:rPr lang="en-US"/>
              <a:t>• Ask: “What four pieces of information should you find before placing the probes?”</a:t>
            </a:r>
          </a:p>
          <a:p>
            <a:r>
              <a:rPr lang="en-US"/>
              <a:t>• Expected answer: source, connector and pin, expected voltage, and return or reference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A24F-CFF3-22EB-3884-D41E71EEC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DB77E-2807-2A2D-7EB7-F6FBA4FAB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318FD-8EF3-84F0-3F2E-09F35DD47747}"/>
              </a:ext>
            </a:extLst>
          </p:cNvPr>
          <p:cNvSpPr>
            <a:spLocks noGrp="1"/>
          </p:cNvSpPr>
          <p:nvPr>
            <p:ph type="body" idx="1"/>
          </p:nvPr>
        </p:nvSpPr>
        <p:spPr/>
        <p:txBody>
          <a:bodyPr/>
          <a:lstStyle/>
          <a:p>
            <a:r>
              <a:rPr lang="en-US"/>
              <a:t>• Explain that this slide zooms in on the power-supply portion of the same IGT drawing.</a:t>
            </a:r>
          </a:p>
          <a:p>
            <a:r>
              <a:rPr lang="en-US"/>
              <a:t>• Start at the labeled source and follow one conductor to a connector and pin instead of scanning the whole page.</a:t>
            </a:r>
          </a:p>
          <a:p>
            <a:r>
              <a:rPr lang="en-US"/>
              <a:t>• Identify the expected voltage label and the correct return reference for the proposed measurement.</a:t>
            </a:r>
          </a:p>
          <a:p>
            <a:r>
              <a:rPr lang="en-US"/>
              <a:t>• Match the connector and pin on the diagram to the cabinet before taking a reading.</a:t>
            </a:r>
          </a:p>
          <a:p>
            <a:r>
              <a:rPr lang="en-US"/>
              <a:t>• Use the bottom statement as the test plan: source, connector or pin, expected value, and return.</a:t>
            </a:r>
          </a:p>
          <a:p>
            <a:endParaRPr lang="en-US"/>
          </a:p>
          <a:p>
            <a:r>
              <a:rPr lang="en-US"/>
              <a:t>Class Q&amp;A</a:t>
            </a:r>
          </a:p>
          <a:p>
            <a:endParaRPr lang="en-US"/>
          </a:p>
          <a:p>
            <a:r>
              <a:rPr lang="en-US"/>
              <a:t>• Ask a learner to choose one labeled output and state: “Where is the source, which connector or pin is the test point, what voltage is expected, and what is the return?”</a:t>
            </a:r>
          </a:p>
        </p:txBody>
      </p:sp>
      <p:sp>
        <p:nvSpPr>
          <p:cNvPr id="4" name="Slide Number Placeholder 3">
            <a:extLst>
              <a:ext uri="{FF2B5EF4-FFF2-40B4-BE49-F238E27FC236}">
                <a16:creationId xmlns:a16="http://schemas.microsoft.com/office/drawing/2014/main" id="{DABA1000-1DEC-367B-49FC-DEFFA8F8B7E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882505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8186-1778-72C2-C442-0479BB3A1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75F21-7A74-7891-DD89-84F79476A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0D2CB-6C53-0E60-76FC-58806D92C555}"/>
              </a:ext>
            </a:extLst>
          </p:cNvPr>
          <p:cNvSpPr>
            <a:spLocks noGrp="1"/>
          </p:cNvSpPr>
          <p:nvPr>
            <p:ph type="body" idx="1"/>
          </p:nvPr>
        </p:nvSpPr>
        <p:spPr/>
        <p:txBody>
          <a:bodyPr/>
          <a:lstStyle/>
          <a:p>
            <a:r>
              <a:rPr lang="en-US"/>
              <a:t>Talking points</a:t>
            </a:r>
          </a:p>
          <a:p>
            <a:endParaRPr lang="en-US"/>
          </a:p>
          <a:p>
            <a:r>
              <a:rPr lang="en-US"/>
              <a:t>• Transition to a different manufacturer to show that diagram appearance changes but the reading method does not.</a:t>
            </a:r>
          </a:p>
          <a:p>
            <a:r>
              <a:rPr lang="en-US"/>
              <a:t>• Use this full-page view to identify major blocks: power-supply unit, power-distribution unit, backplane connections, cabinet switches, outlets, and optional branches.</a:t>
            </a:r>
          </a:p>
          <a:p>
            <a:r>
              <a:rPr lang="en-US"/>
              <a:t>• Point out cross-references such as “See Page 5.” They indicate that part of the circuit continues elsewhere in the documentation.</a:t>
            </a:r>
          </a:p>
          <a:p>
            <a:r>
              <a:rPr lang="en-US"/>
              <a:t>• Do not begin by following every conductor. First identify the block related to the reported symptom.</a:t>
            </a:r>
          </a:p>
          <a:p>
            <a:endParaRPr lang="en-US"/>
          </a:p>
          <a:p>
            <a:r>
              <a:rPr lang="en-US"/>
              <a:t>Class Q&amp;A</a:t>
            </a:r>
          </a:p>
          <a:p>
            <a:endParaRPr lang="en-US"/>
          </a:p>
          <a:p>
            <a:r>
              <a:rPr lang="en-US"/>
              <a:t>• Ask: “If the symptom is a dead cabinet fan, which area of this drawing would you inspect first?”</a:t>
            </a:r>
          </a:p>
          <a:p>
            <a:r>
              <a:rPr lang="en-US"/>
              <a:t>• Expected answer: the fan connection and its path back through the distribution and supply blocks.</a:t>
            </a:r>
          </a:p>
        </p:txBody>
      </p:sp>
      <p:sp>
        <p:nvSpPr>
          <p:cNvPr id="4" name="Slide Number Placeholder 3">
            <a:extLst>
              <a:ext uri="{FF2B5EF4-FFF2-40B4-BE49-F238E27FC236}">
                <a16:creationId xmlns:a16="http://schemas.microsoft.com/office/drawing/2014/main" id="{F716764A-632D-A614-A859-D39AD25E3F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422082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0592D-6D9E-945A-2E36-515C992BD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A58BC-9955-E1CF-093A-9D5B36898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DB3CF-1CF4-038D-5EE9-49CC04B818F8}"/>
              </a:ext>
            </a:extLst>
          </p:cNvPr>
          <p:cNvSpPr>
            <a:spLocks noGrp="1"/>
          </p:cNvSpPr>
          <p:nvPr>
            <p:ph type="body" idx="1"/>
          </p:nvPr>
        </p:nvSpPr>
        <p:spPr/>
        <p:txBody>
          <a:bodyPr/>
          <a:lstStyle/>
          <a:p>
            <a:r>
              <a:rPr lang="en-US"/>
              <a:t>Talking points</a:t>
            </a:r>
          </a:p>
          <a:p>
            <a:endParaRPr lang="en-US"/>
          </a:p>
          <a:p>
            <a:r>
              <a:rPr lang="en-US"/>
              <a:t>• Use the zoom to identify labeled low-voltage circuits for the base lighting and vent fan.</a:t>
            </a:r>
          </a:p>
          <a:p>
            <a:r>
              <a:rPr lang="en-US"/>
              <a:t>• Point out the 5V, 12V, and GND labels and the named connectors. These labels establish the expected DC test values and return points.</a:t>
            </a:r>
          </a:p>
          <a:p>
            <a:r>
              <a:rPr lang="en-US"/>
              <a:t>• Show the connection toward the backplane at CNB01, where both 12 V and 24 V conductors and grounds are labeled.</a:t>
            </a:r>
          </a:p>
          <a:p>
            <a:r>
              <a:rPr lang="en-US"/>
              <a:t>• Explain that voltage must be measured between the correct supply pin and its correct ground or return—not merely against any nearby metal point.</a:t>
            </a:r>
          </a:p>
          <a:p>
            <a:endParaRPr lang="en-US"/>
          </a:p>
          <a:p>
            <a:r>
              <a:rPr lang="en-US"/>
              <a:t>Class Q&amp;A</a:t>
            </a:r>
          </a:p>
          <a:p>
            <a:endParaRPr lang="en-US"/>
          </a:p>
          <a:p>
            <a:r>
              <a:rPr lang="en-US"/>
              <a:t>• Ask: “For the vent fan, what voltage and return labels would you use to plan the test?”</a:t>
            </a:r>
          </a:p>
          <a:p>
            <a:r>
              <a:rPr lang="en-US"/>
              <a:t>• Expected answer: FAN 12V and FAN GND at the identified connector.</a:t>
            </a:r>
          </a:p>
        </p:txBody>
      </p:sp>
      <p:sp>
        <p:nvSpPr>
          <p:cNvPr id="4" name="Slide Number Placeholder 3">
            <a:extLst>
              <a:ext uri="{FF2B5EF4-FFF2-40B4-BE49-F238E27FC236}">
                <a16:creationId xmlns:a16="http://schemas.microsoft.com/office/drawing/2014/main" id="{A525206D-67DB-A45C-BF94-99C9A5FEC75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11448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A2D32-6F2F-66B6-66E1-CDB2402FB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D22E3-03AD-46D5-2A54-B0E10D56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41085-EA2C-94E1-122E-32B0FE59A5B6}"/>
              </a:ext>
            </a:extLst>
          </p:cNvPr>
          <p:cNvSpPr>
            <a:spLocks noGrp="1"/>
          </p:cNvSpPr>
          <p:nvPr>
            <p:ph type="body" idx="1"/>
          </p:nvPr>
        </p:nvSpPr>
        <p:spPr/>
        <p:txBody>
          <a:bodyPr/>
          <a:lstStyle/>
          <a:p>
            <a:r>
              <a:rPr lang="en-US"/>
              <a:t>Talking points</a:t>
            </a:r>
          </a:p>
          <a:p>
            <a:endParaRPr lang="en-US"/>
          </a:p>
          <a:p>
            <a:r>
              <a:rPr lang="en-US"/>
              <a:t>• Use the zoom to identify deck switches, the belly switch, the backplane connector, and the woofer branch.</a:t>
            </a:r>
          </a:p>
          <a:p>
            <a:r>
              <a:rPr lang="en-US"/>
              <a:t>• Point out how connector and pin labels let the technician trace an input or load without relying only on wire color.</a:t>
            </a:r>
          </a:p>
          <a:p>
            <a:r>
              <a:rPr lang="en-US"/>
              <a:t>• Explain that a switch circuit may include common, normally open, and normally closed contacts; the diagram shows which terminals should change state.</a:t>
            </a:r>
          </a:p>
          <a:p>
            <a:r>
              <a:rPr lang="en-US"/>
              <a:t>• For the woofer branch, separate the signal path from the power or speaker conductors before choosing a test.</a:t>
            </a:r>
          </a:p>
          <a:p>
            <a:endParaRPr lang="en-US"/>
          </a:p>
          <a:p>
            <a:r>
              <a:rPr lang="en-US"/>
              <a:t>Class Q&amp;A</a:t>
            </a:r>
          </a:p>
          <a:p>
            <a:endParaRPr lang="en-US"/>
          </a:p>
          <a:p>
            <a:r>
              <a:rPr lang="en-US"/>
              <a:t>• Ask: “How would you verify a deck switch with power removed?”</a:t>
            </a:r>
          </a:p>
          <a:p>
            <a:r>
              <a:rPr lang="en-US"/>
              <a:t>• Expected answer: identify the correct common and NO/NC pins from the drawing, then use resistance or continuity while operating the switch.</a:t>
            </a:r>
          </a:p>
        </p:txBody>
      </p:sp>
      <p:sp>
        <p:nvSpPr>
          <p:cNvPr id="4" name="Slide Number Placeholder 3">
            <a:extLst>
              <a:ext uri="{FF2B5EF4-FFF2-40B4-BE49-F238E27FC236}">
                <a16:creationId xmlns:a16="http://schemas.microsoft.com/office/drawing/2014/main" id="{4CFC580E-946D-A216-C2DD-9A79DD3E9A7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3588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4FC8C-1FAD-21B9-71CA-055AF4B99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43B9C-0211-E282-663C-F80294713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F0C8B-B686-D255-7F21-0C85F1E0986F}"/>
              </a:ext>
            </a:extLst>
          </p:cNvPr>
          <p:cNvSpPr>
            <a:spLocks noGrp="1"/>
          </p:cNvSpPr>
          <p:nvPr>
            <p:ph type="body" idx="1"/>
          </p:nvPr>
        </p:nvSpPr>
        <p:spPr/>
        <p:txBody>
          <a:bodyPr/>
          <a:lstStyle/>
          <a:p>
            <a:r>
              <a:rPr lang="en-US"/>
              <a:t>Talking points</a:t>
            </a:r>
          </a:p>
          <a:p>
            <a:endParaRPr lang="en-US"/>
          </a:p>
          <a:p>
            <a:r>
              <a:rPr lang="en-US"/>
              <a:t>• Use this zoom to locate the 100–240 VAC input, power-distribution unit, switched and unswitched outlets, and the connection to the power-supply unit.</a:t>
            </a:r>
          </a:p>
          <a:p>
            <a:r>
              <a:rPr lang="en-US"/>
              <a:t>• Explain that this portion of the drawing contains hazardous AC and must be approached with the approved live-testing controls.</a:t>
            </a:r>
          </a:p>
          <a:p>
            <a:r>
              <a:rPr lang="en-US"/>
              <a:t>• Point out the 20-pin connection between the power-supply and distribution units and the “See Page 5” cross-reference.</a:t>
            </a:r>
          </a:p>
          <a:p>
            <a:r>
              <a:rPr lang="en-US"/>
              <a:t>• Before testing, identify whether the chosen point is AC or DC, the expected value, and the correct reference.</a:t>
            </a:r>
          </a:p>
          <a:p>
            <a:r>
              <a:rPr lang="en-US"/>
              <a:t>• Use the outlets to discuss the difference between a source that is always present and one controlled by a cabinet switch or interlock.</a:t>
            </a:r>
          </a:p>
          <a:p>
            <a:endParaRPr lang="en-US"/>
          </a:p>
          <a:p>
            <a:r>
              <a:rPr lang="en-US"/>
              <a:t>Class Q&amp;A</a:t>
            </a:r>
          </a:p>
          <a:p>
            <a:endParaRPr lang="en-US"/>
          </a:p>
          <a:p>
            <a:r>
              <a:rPr lang="en-US"/>
              <a:t>• Ask: “If an unswitched outlet has power but a switched outlet does not, what part of the path becomes the next focus?”</a:t>
            </a:r>
          </a:p>
          <a:p>
            <a:r>
              <a:rPr lang="en-US"/>
              <a:t>• Expected discussion: the switch or interlock control, branch wiring, connector, and switched-output path.</a:t>
            </a:r>
          </a:p>
        </p:txBody>
      </p:sp>
      <p:sp>
        <p:nvSpPr>
          <p:cNvPr id="4" name="Slide Number Placeholder 3">
            <a:extLst>
              <a:ext uri="{FF2B5EF4-FFF2-40B4-BE49-F238E27FC236}">
                <a16:creationId xmlns:a16="http://schemas.microsoft.com/office/drawing/2014/main" id="{3A391C93-BEA5-9CF1-65B1-CC818CDFF8E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3308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Walk through the five-step sequence: define the symptom, locate it on the diagram, trace the path, test logically, and narrow the fault.</a:t>
            </a:r>
          </a:p>
          <a:p>
            <a:r>
              <a:rPr lang="en-US"/>
              <a:t>• Use the monitor example at the bottom: source, connector, fuse or switch, supply, and monitor.</a:t>
            </a:r>
          </a:p>
          <a:p>
            <a:r>
              <a:rPr lang="en-US"/>
              <a:t>• Do not jump directly to replacing the monitor. Ask where power is last correct and where it first becomes incorrect.</a:t>
            </a:r>
          </a:p>
          <a:p>
            <a:r>
              <a:rPr lang="en-US"/>
              <a:t>• Explain that the fault is usually in the path or components between those two test points.</a:t>
            </a:r>
          </a:p>
          <a:p>
            <a:endParaRPr lang="en-US"/>
          </a:p>
          <a:p>
            <a:r>
              <a:rPr lang="en-US"/>
              <a:t>Class Q&amp;A</a:t>
            </a:r>
          </a:p>
          <a:p>
            <a:endParaRPr lang="en-US"/>
          </a:p>
          <a:p>
            <a:r>
              <a:rPr lang="en-US"/>
              <a:t>• Scenario: “Correct voltage is present before a connector but missing after it. Where should the investigation focus?”</a:t>
            </a:r>
          </a:p>
          <a:p>
            <a:r>
              <a:rPr lang="en-US"/>
              <a:t>• Expected answer: the connector, terminals, conductor, and related path between those points.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Present the eight steps as the repeatable workflow for a service call.</a:t>
            </a:r>
          </a:p>
          <a:p>
            <a:r>
              <a:rPr lang="en-US"/>
              <a:t>• Emphasize the distinction between symptom and cause. A reset or part replacement does not prove the original cause was corrected.</a:t>
            </a:r>
          </a:p>
          <a:p>
            <a:r>
              <a:rPr lang="en-US"/>
              <a:t>• Point out that documentation guides the predicted path; visual inspection comes before intrusive testing.</a:t>
            </a:r>
          </a:p>
          <a:p>
            <a:r>
              <a:rPr lang="en-US"/>
              <a:t>• Explain that a purposeful test must change the next decision or narrow the fault.</a:t>
            </a:r>
          </a:p>
          <a:p>
            <a:r>
              <a:rPr lang="en-US"/>
              <a:t>• The job is complete only after correction, retesting under the original condition, restoration, and documentation.</a:t>
            </a:r>
          </a:p>
          <a:p>
            <a:endParaRPr lang="en-US"/>
          </a:p>
          <a:p>
            <a:r>
              <a:rPr lang="en-US"/>
              <a:t>Class Q&amp;A</a:t>
            </a:r>
          </a:p>
          <a:p>
            <a:endParaRPr lang="en-US"/>
          </a:p>
          <a:p>
            <a:r>
              <a:rPr lang="en-US"/>
              <a:t>• Ask: “Which step helps prevent unnecessary part replacement?” Expected answer: predicting the path, inspecting first, and testing with purpose.</a:t>
            </a:r>
          </a:p>
          <a:p>
            <a:r>
              <a:rPr lang="en-US"/>
              <a:t>• Ask: “Which step proves the repair?” Expected answer: correct and verify under the original failure condition.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each table row as a short scenario rather than reading the complete table at once.</a:t>
            </a:r>
          </a:p>
          <a:p>
            <a:r>
              <a:rPr lang="en-US"/>
              <a:t>• For “nothing operates,” begin with common source, protection, switch or interlock, and return—not an individual load.</a:t>
            </a:r>
          </a:p>
          <a:p>
            <a:r>
              <a:rPr lang="en-US"/>
              <a:t>• For “one load is dead,” focus on the local branch, command condition, supply, return, connector, and load.</a:t>
            </a:r>
          </a:p>
          <a:p>
            <a:r>
              <a:rPr lang="en-US"/>
              <a:t>• When protection opens, stop replacing it blindly; determine what condition produces the overload or short.</a:t>
            </a:r>
          </a:p>
          <a:p>
            <a:r>
              <a:rPr lang="en-US"/>
              <a:t>• For intermittent or low-voltage conditions, reproduce the symptom safely and find where the reading first changes.</a:t>
            </a:r>
          </a:p>
          <a:p>
            <a:r>
              <a:rPr lang="en-US"/>
              <a:t>• Reinforce the warning: a correct number at the wrong test point can support the wrong conclusion.</a:t>
            </a:r>
          </a:p>
          <a:p>
            <a:endParaRPr lang="en-US"/>
          </a:p>
          <a:p>
            <a:r>
              <a:rPr lang="en-US"/>
              <a:t>Class Q&amp;A</a:t>
            </a:r>
          </a:p>
          <a:p>
            <a:endParaRPr lang="en-US"/>
          </a:p>
          <a:p>
            <a:r>
              <a:rPr lang="en-US"/>
              <a:t>• Give the class one symptom from the table and ask: “What is the next test that would change your decision?”</a:t>
            </a:r>
          </a:p>
          <a:p>
            <a:r>
              <a:rPr lang="en-US"/>
              <a:t>• Require the answer to include both test points, the operating condition, and the expected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Ask learners to identify the title block, connector, pin, source, expected voltage, and return on one displayed drawing.</a:t>
            </a:r>
          </a:p>
          <a:p>
            <a:r>
              <a:rPr lang="en-US"/>
              <a:t>• Reinforce that wire color is a clue, while the meter and correct documentation provide evidence.</a:t>
            </a:r>
          </a:p>
          <a:p>
            <a:r>
              <a:rPr lang="en-US"/>
              <a:t>• Use last-good and first-bad readings to define the smallest practical fault area.</a:t>
            </a:r>
          </a:p>
          <a:p>
            <a:r>
              <a:rPr lang="en-US"/>
              <a:t>• Take questions about both the IGT and Konami diagram examples.</a:t>
            </a:r>
          </a:p>
          <a:p>
            <a:endParaRPr lang="en-US"/>
          </a:p>
          <a:p>
            <a:r>
              <a:rPr lang="en-US"/>
              <a:t>Class Q&amp;A</a:t>
            </a:r>
          </a:p>
          <a:p>
            <a:endParaRPr lang="en-US"/>
          </a:p>
          <a:p>
            <a:r>
              <a:rPr lang="en-US"/>
              <a:t>• Ask the three questions displayed on the slide.</a:t>
            </a:r>
          </a:p>
          <a:p>
            <a:r>
              <a:rPr lang="en-US"/>
              <a:t>• Scenario: “Voltage is correct at one connector and missing at the next. Where should the investigation focus?”</a:t>
            </a:r>
          </a:p>
          <a:p>
            <a:r>
              <a:rPr lang="en-US"/>
              <a:t>• Expected answer: the path, terminals, conductors, protection, or components between the two points.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41 — Section 07: Hands-On Lab</a:t>
            </a:r>
          </a:p>
          <a:p>
            <a:endParaRPr lang="en-US"/>
          </a:p>
          <a:p>
            <a:r>
              <a:rPr lang="en-US"/>
              <a:t>Talking points</a:t>
            </a:r>
          </a:p>
          <a:p>
            <a:endParaRPr lang="en-US"/>
          </a:p>
          <a:p>
            <a:r>
              <a:rPr lang="en-US"/>
              <a:t>• Shift from instructor demonstration to supervised learner practice.</a:t>
            </a:r>
          </a:p>
          <a:p>
            <a:r>
              <a:rPr lang="en-US"/>
              <a:t>• Require each learner to state the selected function, expected value, and reference point before testing.</a:t>
            </a:r>
          </a:p>
          <a:p>
            <a:r>
              <a:rPr lang="en-US"/>
              <a:t>• Explain that the lab goal is not simply to obtain a number; learners must compare and explain what the number proves.</a:t>
            </a:r>
          </a:p>
          <a:p>
            <a:r>
              <a:rPr lang="en-US"/>
              <a:t>• Review stop-work expectations before groups begin.</a:t>
            </a:r>
          </a:p>
          <a:p>
            <a:endParaRPr lang="en-US"/>
          </a:p>
          <a:p>
            <a:r>
              <a:rPr lang="en-US"/>
              <a:t>Class Q&amp;A</a:t>
            </a:r>
          </a:p>
          <a:p>
            <a:endParaRPr lang="en-US"/>
          </a:p>
          <a:p>
            <a:r>
              <a:rPr lang="en-US"/>
              <a:t>• Ask each group: “Before your first reading, what function, expected value, and reference point will you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Divide the class into small groups and explain the rotation through continuity or resistance, AC voltage, DC voltage, and battery testing.</a:t>
            </a:r>
          </a:p>
          <a:p>
            <a:r>
              <a:rPr lang="en-US"/>
              <a:t>• At station 1, confirm power is removed before testing wires, fuses, switches, or sample components.</a:t>
            </a:r>
          </a:p>
          <a:p>
            <a:r>
              <a:rPr lang="en-US"/>
              <a:t>• At station 2, limit live AC measurements to the approved power strip or training source under direct supervision.</a:t>
            </a:r>
          </a:p>
          <a:p>
            <a:r>
              <a:rPr lang="en-US"/>
              <a:t>• At station 3, use labeled power-supply outputs, cabinet test points, and the relevant diagram.</a:t>
            </a:r>
          </a:p>
          <a:p>
            <a:r>
              <a:rPr lang="en-US"/>
              <a:t>• At station 4, compare healthy and weak CR2032 readings and discuss what the result does—and does not—prove.</a:t>
            </a:r>
          </a:p>
          <a:p>
            <a:r>
              <a:rPr lang="en-US"/>
              <a:t>• Before every live test, have the learner state the function, expected value, and reference point aloud.</a:t>
            </a:r>
          </a:p>
          <a:p>
            <a:endParaRPr lang="en-US"/>
          </a:p>
          <a:p>
            <a:r>
              <a:rPr lang="en-US"/>
              <a:t>Class Q&amp;A</a:t>
            </a:r>
          </a:p>
          <a:p>
            <a:endParaRPr lang="en-US"/>
          </a:p>
          <a:p>
            <a:r>
              <a:rPr lang="en-US"/>
              <a:t>• Ask: “Which stations require an energized circuit, and which require power removed?”</a:t>
            </a:r>
          </a:p>
          <a:p>
            <a:r>
              <a:rPr lang="en-US"/>
              <a:t>• Expected answer: AC and DC voltage normally require the relevant circuit energized; resistance and continuity require it de-energized. Battery voltage uses the battery as the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Frame the slide as a draft teaching example, exactly as the banner states. Do not present the listed thresholds as final policy until current IGT and property guidance has been verified.</a:t>
            </a:r>
          </a:p>
          <a:p>
            <a:r>
              <a:rPr lang="en-US"/>
              <a:t>• Explain the service lesson: a small CMOS or RTC battery can affect stored settings and create a larger operational consequence.</a:t>
            </a:r>
          </a:p>
          <a:p>
            <a:r>
              <a:rPr lang="en-US"/>
              <a:t>• Use DC-voltage mode for a CR2032 or similar coin cell because the </a:t>
            </a:r>
            <a:r>
              <a:rPr lang="en-US" err="1"/>
              <a:t>AstroAI</a:t>
            </a:r>
            <a:r>
              <a:rPr lang="en-US"/>
              <a:t> battery presets do not match it.</a:t>
            </a:r>
          </a:p>
          <a:p>
            <a:r>
              <a:rPr lang="en-US"/>
              <a:t>• Compare the reading with the current product procedure, the battery specification, and the property’s maintenance policy before recommending replacement.</a:t>
            </a:r>
          </a:p>
          <a:p>
            <a:r>
              <a:rPr lang="en-US"/>
              <a:t>• Explain that replacement may require a RAM clear, re-optioning, NOM or Notification of Maintenance, and site or tribal documentation.</a:t>
            </a:r>
          </a:p>
          <a:p>
            <a:r>
              <a:rPr lang="en-US"/>
              <a:t>• Mention the RTC relationship where applicable: the battery may support real-time-clock and nonvolatile functions, but the exact behavior depends on the platform.</a:t>
            </a:r>
          </a:p>
          <a:p>
            <a:endParaRPr lang="en-US"/>
          </a:p>
          <a:p>
            <a:r>
              <a:rPr lang="en-US"/>
              <a:t>Class Q&amp;A</a:t>
            </a:r>
          </a:p>
          <a:p>
            <a:endParaRPr lang="en-US"/>
          </a:p>
          <a:p>
            <a:r>
              <a:rPr lang="en-US"/>
              <a:t>• Ask: “Why is replacing the battery not necessarily the end of the job?”</a:t>
            </a:r>
          </a:p>
          <a:p>
            <a:r>
              <a:rPr lang="en-US"/>
              <a:t>• Expected answer: the platform may require RAM clear, re-optioning, verification, notification, and property-specific documentation.</a:t>
            </a:r>
          </a:p>
          <a:p>
            <a:r>
              <a:rPr lang="en-US"/>
              <a:t>• Ask: “Which meter mode should be used for the coin cell?” Expected answer: regular DC volts.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95DD2-DA6C-4C7D-6EB1-F128C3A4E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F7BF8-702B-7675-A358-99F5D911A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BF6DF-6252-244C-9F7F-DE668CEB643D}"/>
              </a:ext>
            </a:extLst>
          </p:cNvPr>
          <p:cNvSpPr>
            <a:spLocks noGrp="1"/>
          </p:cNvSpPr>
          <p:nvPr>
            <p:ph type="body" idx="1"/>
          </p:nvPr>
        </p:nvSpPr>
        <p:spPr/>
        <p:txBody>
          <a:bodyPr/>
          <a:lstStyle/>
          <a:p>
            <a:r>
              <a:rPr lang="en-US" dirty="0"/>
              <a:t>Adding continuity test page</a:t>
            </a:r>
          </a:p>
          <a:p>
            <a:r>
              <a:rPr lang="en-US" dirty="0"/>
              <a:t>Talking points</a:t>
            </a:r>
          </a:p>
          <a:p>
            <a:endParaRPr lang="en-US" dirty="0"/>
          </a:p>
          <a:p>
            <a:r>
              <a:rPr lang="en-US" dirty="0"/>
              <a:t>• Frame the slide as a draft teaching example, exactly as the banner states. Listen for the beeps</a:t>
            </a:r>
            <a:br>
              <a:rPr lang="en-US" dirty="0"/>
            </a:br>
            <a:r>
              <a:rPr lang="en-US" dirty="0"/>
              <a:t>• Explain the service lesson: finding the correct component that has the proper connection from one end to the other.</a:t>
            </a:r>
          </a:p>
          <a:p>
            <a:r>
              <a:rPr lang="en-US" dirty="0"/>
              <a:t>• Use with and without a tone.  Two components such as a door switch and a harness</a:t>
            </a:r>
          </a:p>
          <a:p>
            <a:endParaRPr lang="en-US" dirty="0"/>
          </a:p>
          <a:p>
            <a:r>
              <a:rPr lang="en-US" dirty="0"/>
              <a:t>Class Q&amp;A</a:t>
            </a:r>
          </a:p>
          <a:p>
            <a:endParaRPr lang="en-US" dirty="0"/>
          </a:p>
          <a:p>
            <a:r>
              <a:rPr lang="en-US" dirty="0"/>
              <a:t>• Ask: “When the connection is broken and the display shows the OL, what does the OL stand for and what does that mean?”</a:t>
            </a:r>
          </a:p>
          <a:p>
            <a:r>
              <a:rPr lang="en-US" dirty="0"/>
              <a:t>• Expected answer: Open Loop, no connection</a:t>
            </a:r>
          </a:p>
          <a:p>
            <a:r>
              <a:rPr lang="en-US" dirty="0"/>
              <a:t>• Ask: “What shows when the is a connection?” </a:t>
            </a:r>
          </a:p>
          <a:p>
            <a:r>
              <a:rPr lang="en-US" dirty="0"/>
              <a:t>• Expected answer: small voltage and a beep (if the sound is on)</a:t>
            </a:r>
            <a:br>
              <a:rPr lang="en-US" dirty="0"/>
            </a:br>
            <a:br>
              <a:rPr lang="en-US" dirty="0"/>
            </a:br>
            <a:r>
              <a:rPr lang="en-US" dirty="0" err="1"/>
              <a:t>whats</a:t>
            </a:r>
            <a:r>
              <a:rPr lang="en-US" dirty="0"/>
              <a:t> wrong with that picture?</a:t>
            </a:r>
          </a:p>
        </p:txBody>
      </p:sp>
      <p:sp>
        <p:nvSpPr>
          <p:cNvPr id="4" name="Slide Number Placeholder 3">
            <a:extLst>
              <a:ext uri="{FF2B5EF4-FFF2-40B4-BE49-F238E27FC236}">
                <a16:creationId xmlns:a16="http://schemas.microsoft.com/office/drawing/2014/main" id="{6083DA85-079B-4FAF-C546-111C2545E95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09495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this as a lab debrief rather than another lecture.</a:t>
            </a:r>
          </a:p>
          <a:p>
            <a:r>
              <a:rPr lang="en-US"/>
              <a:t>• Ask each group to share one measurement, the expected value, the actual value, and what the result proved.</a:t>
            </a:r>
          </a:p>
          <a:p>
            <a:r>
              <a:rPr lang="en-US"/>
              <a:t>• Ask what the reading did not prove and what the next useful test would be.</a:t>
            </a:r>
          </a:p>
          <a:p>
            <a:r>
              <a:rPr lang="en-US"/>
              <a:t>• Correct setup or reasoning errors while the equipment and decisions are still fresh.</a:t>
            </a:r>
          </a:p>
          <a:p>
            <a:endParaRPr lang="en-US"/>
          </a:p>
          <a:p>
            <a:r>
              <a:rPr lang="en-US"/>
              <a:t>Class Q&amp;A</a:t>
            </a:r>
          </a:p>
          <a:p>
            <a:endParaRPr lang="en-US"/>
          </a:p>
          <a:p>
            <a:r>
              <a:rPr lang="en-US"/>
              <a:t>• Ask the three questions displayed on the slide.</a:t>
            </a:r>
          </a:p>
          <a:p>
            <a:r>
              <a:rPr lang="en-US"/>
              <a:t>• Final group prompt: “What did one of your readings prove—and what did it not prove?”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45 — Section 08: In Closing</a:t>
            </a:r>
          </a:p>
          <a:p>
            <a:endParaRPr lang="en-US"/>
          </a:p>
          <a:p>
            <a:r>
              <a:rPr lang="en-US"/>
              <a:t>Talking points</a:t>
            </a:r>
          </a:p>
          <a:p>
            <a:endParaRPr lang="en-US"/>
          </a:p>
          <a:p>
            <a:r>
              <a:rPr lang="en-US"/>
              <a:t>• Transition from practice to verification, documentation, certificates, and next steps.</a:t>
            </a:r>
          </a:p>
          <a:p>
            <a:r>
              <a:rPr lang="en-US"/>
              <a:t>• Reinforce the complete habit loop: measure safely, trace logically, correct the cause, verify the original condition, restore the cabinet, and document the work.</a:t>
            </a:r>
          </a:p>
          <a:p>
            <a:r>
              <a:rPr lang="en-US"/>
              <a:t>• Ask each learner to identify one behavior they will apply on the next call.</a:t>
            </a:r>
          </a:p>
          <a:p>
            <a:endParaRPr lang="en-US"/>
          </a:p>
          <a:p>
            <a:r>
              <a:rPr lang="en-US"/>
              <a:t>Class Q&amp;A</a:t>
            </a:r>
          </a:p>
          <a:p>
            <a:endParaRPr lang="en-US"/>
          </a:p>
          <a:p>
            <a:r>
              <a:rPr lang="en-US"/>
              <a:t>• Ask: “Which habit from today will save the most time or prevent the most risk on your next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Review the stanchion policy, safety reminders, and required documentation using the current policy source or main screen.</a:t>
            </a:r>
          </a:p>
          <a:p>
            <a:r>
              <a:rPr lang="en-US"/>
              <a:t>• Answer remaining technical and procedural questions before moving to certificates.</a:t>
            </a:r>
          </a:p>
          <a:p>
            <a:r>
              <a:rPr lang="en-US"/>
              <a:t>• Explain how certificates will be issued or reissued after successful completion, as applicable.</a:t>
            </a:r>
          </a:p>
          <a:p>
            <a:r>
              <a:rPr lang="en-US"/>
              <a:t>• Return to the opening promise: learners should leave with a safer and more deliberate process they can use on the next service call.</a:t>
            </a:r>
          </a:p>
          <a:p>
            <a:endParaRPr lang="en-US"/>
          </a:p>
          <a:p>
            <a:r>
              <a:rPr lang="en-US"/>
              <a:t>Class Q&amp;A</a:t>
            </a:r>
          </a:p>
          <a:p>
            <a:endParaRPr lang="en-US"/>
          </a:p>
          <a:p>
            <a:r>
              <a:rPr lang="en-US"/>
              <a:t>• Ask: “What documentation is required before a service call is considered complete at your property?”</a:t>
            </a:r>
          </a:p>
          <a:p>
            <a:r>
              <a:rPr lang="en-US"/>
              <a:t>• Clarify any differences between training examples and current site 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the checklist to define “complete”: correct the cause, retest under the original failure condition, restore hardware and safety features, record the evidence, and complete required follow-up.</a:t>
            </a:r>
          </a:p>
          <a:p>
            <a:r>
              <a:rPr lang="en-US"/>
              <a:t>• Emphasize that a reset or part replacement is not verification by itself.</a:t>
            </a:r>
          </a:p>
          <a:p>
            <a:r>
              <a:rPr lang="en-US"/>
              <a:t>• Discuss the need to restore connectors, covers, guards, and safety grounds before returning equipment to service.</a:t>
            </a:r>
          </a:p>
          <a:p>
            <a:r>
              <a:rPr lang="en-US"/>
              <a:t>• Explain that a good handoff lets another technician understand the symptom, tests, readings, action, and verification without repeating the diagnosis.</a:t>
            </a:r>
          </a:p>
          <a:p>
            <a:r>
              <a:rPr lang="en-US"/>
              <a:t>• Tie product-specific follow-up back to the battery-service example.</a:t>
            </a:r>
          </a:p>
          <a:p>
            <a:endParaRPr lang="en-US"/>
          </a:p>
          <a:p>
            <a:r>
              <a:rPr lang="en-US"/>
              <a:t>Class Q&amp;A</a:t>
            </a:r>
          </a:p>
          <a:p>
            <a:endParaRPr lang="en-US"/>
          </a:p>
          <a:p>
            <a:r>
              <a:rPr lang="en-US"/>
              <a:t>• Ask: “What evidence would another technician need to understand this repair without starting over?”</a:t>
            </a:r>
          </a:p>
          <a:p>
            <a:r>
              <a:rPr lang="en-US"/>
              <a:t>• Expected answer: original symptom and condition, test points, readings, actions, verification result, restored items, and remaining follow-up.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Present this as the reset tool when troubleshooting begins to drift into guessing or part swapping.</a:t>
            </a:r>
          </a:p>
          <a:p>
            <a:r>
              <a:rPr lang="en-US"/>
              <a:t>• Start with the symptom and what still works, then make the situation safe.</a:t>
            </a:r>
          </a:p>
          <a:p>
            <a:r>
              <a:rPr lang="en-US"/>
              <a:t>• Rebuild the path: source, protection, control, conductor path, load, and return.</a:t>
            </a:r>
          </a:p>
          <a:p>
            <a:r>
              <a:rPr lang="en-US"/>
              <a:t>• Choose the next test based on whether its result will change the decision.</a:t>
            </a:r>
          </a:p>
          <a:p>
            <a:r>
              <a:rPr lang="en-US"/>
              <a:t>• Reinforce the four reminders: symptom is not diagnosis, meter readings need a planned test, both test points matter, and the repair must be verified and documented.</a:t>
            </a:r>
          </a:p>
          <a:p>
            <a:endParaRPr lang="en-US"/>
          </a:p>
          <a:p>
            <a:r>
              <a:rPr lang="en-US"/>
              <a:t>Class Q&amp;A</a:t>
            </a:r>
          </a:p>
          <a:p>
            <a:endParaRPr lang="en-US"/>
          </a:p>
          <a:p>
            <a:r>
              <a:rPr lang="en-US"/>
              <a:t>• Give a vague symptom such as “the monitor is dead” and ask: “Which question on this slide should we answer first?”</a:t>
            </a:r>
          </a:p>
          <a:p>
            <a:r>
              <a:rPr lang="en-US"/>
              <a:t>• Expected answer: define exactly what is not working and what still works, then make the situation safe and map the power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Talking points</a:t>
            </a:r>
          </a:p>
          <a:p>
            <a:endParaRPr lang="en-US"/>
          </a:p>
          <a:p>
            <a:r>
              <a:rPr lang="en-US"/>
              <a:t>• Use the slide to connect the day’s technical skills with repeatable field habits.</a:t>
            </a:r>
          </a:p>
          <a:p>
            <a:r>
              <a:rPr lang="en-US"/>
              <a:t>• Review the four closeout actions: verify the original condition, restore the cabinet, record readings and actions, and communicate follow-up.</a:t>
            </a:r>
          </a:p>
          <a:p>
            <a:r>
              <a:rPr lang="en-US"/>
              <a:t>• Invite final questions and short troubleshooting scenarios from the class.</a:t>
            </a:r>
          </a:p>
          <a:p>
            <a:r>
              <a:rPr lang="en-US"/>
              <a:t>• Ask each learner to state one habit they will use immediately.</a:t>
            </a:r>
          </a:p>
          <a:p>
            <a:r>
              <a:rPr lang="en-US"/>
              <a:t>• Close with the final line: measure safely, trace logically, verify completely, and document clearly.</a:t>
            </a:r>
          </a:p>
          <a:p>
            <a:endParaRPr lang="en-US"/>
          </a:p>
          <a:p>
            <a:r>
              <a:rPr lang="en-US"/>
              <a:t>Class Q&amp;A</a:t>
            </a:r>
          </a:p>
          <a:p>
            <a:endParaRPr lang="en-US"/>
          </a:p>
          <a:p>
            <a:r>
              <a:rPr lang="en-US"/>
              <a:t>• Ask the three questions displayed on the slide.</a:t>
            </a:r>
          </a:p>
          <a:p>
            <a:r>
              <a:rPr lang="en-US"/>
              <a:t>• Final prompt: “What evidence should the next technician receive so the diagnosis does not have to be repeated?”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anchor="t">
            <a:normAutofit/>
          </a:bodyPr>
          <a:lstStyle>
            <a:lvl1pPr>
              <a:buNone/>
              <a:defRPr/>
            </a:lvl1pPr>
          </a:lstStyle>
          <a:p>
            <a:pPr lvl="0">
              <a:buNone/>
            </a:pPr>
            <a:r>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idx="13" hasCustomPrompt="1"/>
          </p:nvPr>
        </p:nvSpPr>
        <p:spPr>
          <a:xfrm>
            <a:off x="0" y="-1"/>
            <a:ext cx="12192000" cy="4784036"/>
          </a:xfrm>
          <a:prstGeom prst="rect">
            <a:avLst/>
          </a:prstGeom>
          <a:blipFill>
            <a:blip r:embed="rId2">
              <a:alphaModFix amt="70000"/>
            </a:blip>
            <a:stretch>
              <a:fillRect/>
            </a:stretch>
          </a:blipFill>
        </p:spPr>
        <p:txBody>
          <a:bodyPr anchor="t"/>
          <a:lstStyle>
            <a:lvl1pPr>
              <a:buNone/>
              <a:defRPr/>
            </a:lvl1pPr>
          </a:lstStyle>
          <a:p>
            <a:endParaRP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idx="15"/>
          </p:nvPr>
        </p:nvSpPr>
        <p:spPr>
          <a:xfrm>
            <a:off x="6205927" y="4939715"/>
            <a:ext cx="4420031" cy="479458"/>
          </a:xfrm>
        </p:spPr>
        <p:txBody>
          <a:bodyPr anchor="t"/>
          <a:lstStyle>
            <a:lvl1pPr>
              <a:buNone/>
              <a:defRPr sz="1400"/>
            </a:lvl1pPr>
          </a:lstStyle>
          <a:p>
            <a:r>
              <a:t>
              </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idx="16"/>
          </p:nvPr>
        </p:nvSpPr>
        <p:spPr>
          <a:xfrm>
            <a:off x="11762792" y="4939257"/>
            <a:ext cx="429207" cy="365125"/>
          </a:xfrm>
        </p:spPr>
        <p:txBody>
          <a:bodyPr/>
          <a:lstStyle/>
          <a:p>
            <a:fld id="{CC057153-B650-4DEB-B370-79DDCFDCE934}" type="slidenum">
              <a:t>‹#›</a:t>
            </a:fld>
            <a:endParaRPr/>
          </a:p>
        </p:txBody>
      </p:sp>
      <p:pic>
        <p:nvPicPr>
          <p:cNvPr id="1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buNone/>
              <a:defRPr sz="5200"/>
            </a:lvl1pPr>
          </a:lstStyle>
          <a:p>
            <a:r>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idx="11"/>
          </p:nvPr>
        </p:nvSpPr>
        <p:spPr>
          <a:xfrm>
            <a:off x="542375" y="110364"/>
            <a:ext cx="5276852" cy="365125"/>
          </a:xfrm>
        </p:spPr>
        <p:txBody>
          <a:bodyPr/>
          <a:lstStyle/>
          <a:p>
            <a:r>
              <a:t>
              </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idx="10"/>
          </p:nvPr>
        </p:nvSpPr>
        <p:spPr/>
        <p:txBody>
          <a:bodyPr/>
          <a:lstStyle/>
          <a:p>
            <a:endParaRPr/>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idx="12"/>
          </p:nvPr>
        </p:nvSpPr>
        <p:spPr>
          <a:xfrm>
            <a:off x="11123959" y="104649"/>
            <a:ext cx="429207" cy="365125"/>
          </a:xfrm>
        </p:spPr>
        <p:txBody>
          <a:bodyPr/>
          <a:lstStyle/>
          <a:p>
            <a:fld id="{CC057153-B650-4DEB-B370-79DDCFDCE934}" type="slidenum">
              <a:t>‹#›</a:t>
            </a:fld>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anchor="b">
            <a:normAutofit/>
          </a:bodyPr>
          <a:lstStyle>
            <a:lvl1pPr>
              <a:buNone/>
              <a:defRPr/>
            </a:lvl1pPr>
          </a:lstStyle>
          <a:p>
            <a:pPr lvl="0">
              <a:buNone/>
            </a:pPr>
            <a:r>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idx="13" hasCustomPrompt="1"/>
          </p:nvPr>
        </p:nvSpPr>
        <p:spPr>
          <a:xfrm>
            <a:off x="6096000" y="0"/>
            <a:ext cx="6096000"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anchor="b">
            <a:normAutofit/>
          </a:bodyPr>
          <a:lstStyle>
            <a:lvl1pPr>
              <a:buNone/>
              <a:defRPr/>
            </a:lvl1pPr>
          </a:lstStyle>
          <a:p>
            <a:pPr lvl="0">
              <a:buNone/>
            </a:pPr>
            <a:r>
              <a:t>Click to edit Master subtitle style</a:t>
            </a:r>
          </a:p>
        </p:txBody>
      </p:sp>
      <p:pic>
        <p:nvPicPr>
          <p:cNvPr id="13"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idx="11"/>
          </p:nvPr>
        </p:nvSpPr>
        <p:spPr/>
        <p:txBody>
          <a:bodyPr/>
          <a:lstStyle/>
          <a:p>
            <a:r>
              <a:t>
              </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idx="10"/>
          </p:nvPr>
        </p:nvSpPr>
        <p:spPr/>
        <p:txBody>
          <a:bodyPr/>
          <a:lstStyle/>
          <a:p>
            <a:endParaRPr/>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idx="12"/>
          </p:nvPr>
        </p:nvSpPr>
        <p:spPr/>
        <p:txBody>
          <a:bodyPr/>
          <a:lstStyle/>
          <a:p>
            <a:fld id="{CC057153-B650-4DEB-B370-79DDCFDCE934}" type="slidenum">
              <a:t>‹#›</a:t>
            </a:fld>
            <a:endParaRPr/>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buNone/>
              <a:defRPr sz="5600"/>
            </a:lvl1pPr>
          </a:lstStyle>
          <a:p>
            <a:r>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Oval 7">
            <a:extLst>
              <a:ext uri="{FF2B5EF4-FFF2-40B4-BE49-F238E27FC236}">
                <a16:creationId xmlns:a16="http://schemas.microsoft.com/office/drawing/2014/main" id="{175C8E38-E957-9E3C-9A05-717C0F009AB9}"/>
              </a:ext>
            </a:extLst>
          </p:cNvPr>
          <p:cNvSpPr>
            <a:spLocks noGrp="1"/>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idx="12"/>
          </p:nvPr>
        </p:nvSpPr>
        <p:spPr>
          <a:xfrm>
            <a:off x="11762793" y="100701"/>
            <a:ext cx="429207" cy="365125"/>
          </a:xfrm>
        </p:spPr>
        <p:txBody>
          <a:bodyPr/>
          <a:lstStyle/>
          <a:p>
            <a:fld id="{CC057153-B650-4DEB-B370-79DDCFDCE9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buNone/>
              <a:defRPr sz="5600"/>
            </a:lvl1pPr>
          </a:lstStyle>
          <a:p>
            <a:r>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idx="14" hasCustomPrompt="1"/>
          </p:nvPr>
        </p:nvSpPr>
        <p:spPr>
          <a:xfrm>
            <a:off x="0" y="0"/>
            <a:ext cx="5906642"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idx="11"/>
          </p:nvPr>
        </p:nvSpPr>
        <p:spPr>
          <a:xfrm>
            <a:off x="6190488" y="110364"/>
            <a:ext cx="5349239" cy="365125"/>
          </a:xfrm>
        </p:spPr>
        <p:txBody>
          <a:bodyPr/>
          <a:lstStyle/>
          <a:p>
            <a:r>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idx="12"/>
          </p:nvPr>
        </p:nvSpPr>
        <p:spPr>
          <a:xfrm>
            <a:off x="11762793" y="110364"/>
            <a:ext cx="429207" cy="365125"/>
          </a:xfrm>
        </p:spPr>
        <p:txBody>
          <a:bodyPr/>
          <a:lstStyle/>
          <a:p>
            <a:fld id="{CC057153-B650-4DEB-B370-79DDCFDCE934}" type="slidenum">
              <a:t>‹#›</a:t>
            </a:fld>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buNone/>
              <a:defRPr sz="5600"/>
            </a:lvl1pPr>
          </a:lstStyle>
          <a:p>
            <a:r>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idx="11"/>
          </p:nvPr>
        </p:nvSpPr>
        <p:spPr>
          <a:xfrm>
            <a:off x="532150" y="100701"/>
            <a:ext cx="5366480" cy="365125"/>
          </a:xfrm>
        </p:spPr>
        <p:txBody>
          <a:bodyPr/>
          <a:lstStyle/>
          <a:p>
            <a:r>
              <a:t>
              </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idx="10"/>
          </p:nvPr>
        </p:nvSpPr>
        <p:spPr>
          <a:xfrm>
            <a:off x="6190488" y="100701"/>
            <a:ext cx="2940449" cy="365125"/>
          </a:xfrm>
        </p:spPr>
        <p:txBody>
          <a:bodyPr/>
          <a:lstStyle/>
          <a:p>
            <a:endParaRPr/>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idx="12"/>
          </p:nvPr>
        </p:nvSpPr>
        <p:spPr>
          <a:xfrm>
            <a:off x="11105731" y="100701"/>
            <a:ext cx="429207" cy="365125"/>
          </a:xfrm>
        </p:spPr>
        <p:txBody>
          <a:bodyPr/>
          <a:lstStyle/>
          <a:p>
            <a:fld id="{CC057153-B650-4DEB-B370-79DDCFDCE934}" type="slidenum">
              <a:t>‹#›</a:t>
            </a:fld>
            <a:endParaRP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idx="13"/>
          </p:nvPr>
        </p:nvSpPr>
        <p:spPr>
          <a:xfrm>
            <a:off x="6190488" y="969264"/>
            <a:ext cx="5336753" cy="4818062"/>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buNone/>
              <a:defRPr sz="5600"/>
            </a:lvl1pPr>
          </a:lstStyle>
          <a:p>
            <a:r>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idx="11"/>
          </p:nvPr>
        </p:nvSpPr>
        <p:spPr>
          <a:xfrm>
            <a:off x="532150" y="100701"/>
            <a:ext cx="3470224" cy="365125"/>
          </a:xfrm>
        </p:spPr>
        <p:txBody>
          <a:bodyPr/>
          <a:lstStyle/>
          <a:p>
            <a:r>
              <a:t>
              </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idx="10"/>
          </p:nvPr>
        </p:nvSpPr>
        <p:spPr>
          <a:xfrm>
            <a:off x="4317167" y="100701"/>
            <a:ext cx="2940449" cy="365125"/>
          </a:xfrm>
        </p:spPr>
        <p:txBody>
          <a:bodyPr/>
          <a:lstStyle/>
          <a:p>
            <a:endParaRPr/>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idx="12"/>
          </p:nvPr>
        </p:nvSpPr>
        <p:spPr>
          <a:xfrm>
            <a:off x="11105731" y="100701"/>
            <a:ext cx="429207" cy="365125"/>
          </a:xfrm>
        </p:spPr>
        <p:txBody>
          <a:bodyPr/>
          <a:lstStyle/>
          <a:p>
            <a:fld id="{CC057153-B650-4DEB-B370-79DDCFDCE934}" type="slidenum">
              <a:t>‹#›</a:t>
            </a:fld>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idx="13"/>
          </p:nvPr>
        </p:nvSpPr>
        <p:spPr>
          <a:xfrm>
            <a:off x="4317167" y="967689"/>
            <a:ext cx="7217771" cy="523716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idx="13" hasCustomPrompt="1"/>
          </p:nvPr>
        </p:nvSpPr>
        <p:spPr>
          <a:xfrm>
            <a:off x="0" y="1"/>
            <a:ext cx="4804012"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idx="16"/>
          </p:nvPr>
        </p:nvSpPr>
        <p:spPr>
          <a:xfrm>
            <a:off x="5104122" y="6452990"/>
            <a:ext cx="1968375" cy="365125"/>
          </a:xfrm>
        </p:spPr>
        <p:txBody>
          <a:bodyPr anchor="b"/>
          <a:lstStyle/>
          <a:p>
            <a:r>
              <a:t>
              </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idx="17"/>
          </p:nvPr>
        </p:nvSpPr>
        <p:spPr>
          <a:xfrm>
            <a:off x="11116252" y="6452989"/>
            <a:ext cx="429207" cy="365125"/>
          </a:xfrm>
        </p:spPr>
        <p:txBody>
          <a:bodyPr anchor="b"/>
          <a:lstStyle/>
          <a:p>
            <a:fld id="{CC057153-B650-4DEB-B370-79DDCFDCE9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idx="13" hasCustomPrompt="1"/>
          </p:nvPr>
        </p:nvSpPr>
        <p:spPr>
          <a:xfrm>
            <a:off x="0" y="1"/>
            <a:ext cx="4023360"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idx="14"/>
          </p:nvPr>
        </p:nvSpPr>
        <p:spPr>
          <a:xfrm>
            <a:off x="4309088" y="2115404"/>
            <a:ext cx="7225415" cy="4212926"/>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idx="16"/>
          </p:nvPr>
        </p:nvSpPr>
        <p:spPr>
          <a:xfrm>
            <a:off x="4281793" y="6492875"/>
            <a:ext cx="1968375" cy="365125"/>
          </a:xfrm>
        </p:spPr>
        <p:txBody>
          <a:bodyPr anchor="b"/>
          <a:lstStyle/>
          <a:p>
            <a:r>
              <a:t>
              </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idx="18"/>
          </p:nvPr>
        </p:nvSpPr>
        <p:spPr>
          <a:xfrm>
            <a:off x="9023903" y="6492875"/>
            <a:ext cx="1596200" cy="365125"/>
          </a:xfrm>
        </p:spPr>
        <p:txBody>
          <a:bodyPr anchor="b"/>
          <a:lstStyle/>
          <a:p>
            <a:endParaRPr/>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idx="17"/>
          </p:nvPr>
        </p:nvSpPr>
        <p:spPr>
          <a:xfrm>
            <a:off x="11105296" y="6492875"/>
            <a:ext cx="429207" cy="365125"/>
          </a:xfrm>
        </p:spPr>
        <p:txBody>
          <a:bodyPr anchor="b"/>
          <a:lstStyle/>
          <a:p>
            <a:fld id="{CC057153-B650-4DEB-B370-79DDCFDCE934}"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idx="19"/>
          </p:nvPr>
        </p:nvSpPr>
        <p:spPr>
          <a:xfrm>
            <a:off x="569602" y="2115404"/>
            <a:ext cx="7225415" cy="4212926"/>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idx="13" hasCustomPrompt="1"/>
          </p:nvPr>
        </p:nvSpPr>
        <p:spPr>
          <a:xfrm>
            <a:off x="8168640" y="1"/>
            <a:ext cx="4023360"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idx="16"/>
          </p:nvPr>
        </p:nvSpPr>
        <p:spPr>
          <a:xfrm>
            <a:off x="542307" y="6492875"/>
            <a:ext cx="1968375" cy="365125"/>
          </a:xfrm>
        </p:spPr>
        <p:txBody>
          <a:bodyPr/>
          <a:lstStyle/>
          <a:p>
            <a:r>
              <a:t>
              </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idx="18"/>
          </p:nvPr>
        </p:nvSpPr>
        <p:spPr>
          <a:xfrm>
            <a:off x="5284417" y="6492875"/>
            <a:ext cx="1596200" cy="365125"/>
          </a:xfrm>
        </p:spPr>
        <p:txBody>
          <a:bodyPr/>
          <a:lstStyle/>
          <a:p>
            <a:endParaRPr/>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idx="17"/>
          </p:nvPr>
        </p:nvSpPr>
        <p:spPr>
          <a:xfrm>
            <a:off x="7365810" y="6492875"/>
            <a:ext cx="429207" cy="365125"/>
          </a:xfrm>
        </p:spPr>
        <p:txBody>
          <a:bodyPr/>
          <a:lstStyle/>
          <a:p>
            <a:fld id="{CC057153-B650-4DEB-B370-79DDCFDCE934}"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lstStyle/>
          <a:p>
            <a:r>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idx="19"/>
          </p:nvPr>
        </p:nvSpPr>
        <p:spPr>
          <a:xfrm>
            <a:off x="518616" y="2513110"/>
            <a:ext cx="5326683" cy="3568006"/>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idx="18" hasCustomPrompt="1"/>
          </p:nvPr>
        </p:nvSpPr>
        <p:spPr>
          <a:xfrm>
            <a:off x="6308842" y="0"/>
            <a:ext cx="5883158"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idx="16"/>
          </p:nvPr>
        </p:nvSpPr>
        <p:spPr>
          <a:xfrm>
            <a:off x="518615" y="6450237"/>
            <a:ext cx="1968375" cy="365125"/>
          </a:xfrm>
        </p:spPr>
        <p:txBody>
          <a:bodyPr anchor="b"/>
          <a:lstStyle/>
          <a:p>
            <a:r>
              <a:t>
              </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idx="17"/>
          </p:nvPr>
        </p:nvSpPr>
        <p:spPr>
          <a:xfrm>
            <a:off x="5453953" y="6464979"/>
            <a:ext cx="429207" cy="365125"/>
          </a:xfrm>
        </p:spPr>
        <p:txBody>
          <a:bodyPr anchor="b"/>
          <a:lstStyle/>
          <a:p>
            <a:fld id="{CC057153-B650-4DEB-B370-79DDCFDCE93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buNone/>
              <a:defRPr sz="5600"/>
            </a:lvl1pPr>
          </a:lstStyle>
          <a:p>
            <a:r>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idx="14"/>
          </p:nvPr>
        </p:nvSpPr>
        <p:spPr>
          <a:xfrm>
            <a:off x="543940" y="2890729"/>
            <a:ext cx="4449227" cy="3138438"/>
          </a:xfrm>
        </p:spPr>
        <p:txBody>
          <a:bodyPr ancho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idx="13" hasCustomPrompt="1"/>
          </p:nvPr>
        </p:nvSpPr>
        <p:spPr>
          <a:xfrm>
            <a:off x="5363570" y="0"/>
            <a:ext cx="6828430"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idx="16"/>
          </p:nvPr>
        </p:nvSpPr>
        <p:spPr>
          <a:xfrm>
            <a:off x="515618" y="6430476"/>
            <a:ext cx="1968375" cy="379867"/>
          </a:xfrm>
        </p:spPr>
        <p:txBody>
          <a:bodyPr anchor="b"/>
          <a:lstStyle/>
          <a:p>
            <a:r>
              <a:t>
              </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idx="17"/>
          </p:nvPr>
        </p:nvSpPr>
        <p:spPr>
          <a:xfrm>
            <a:off x="4563960" y="6430476"/>
            <a:ext cx="429207" cy="379867"/>
          </a:xfrm>
        </p:spPr>
        <p:txBody>
          <a:bodyPr anchor="b"/>
          <a:lstStyle/>
          <a:p>
            <a:fld id="{CC057153-B650-4DEB-B370-79DDCFDCE9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buNone/>
              <a:defRPr sz="5600"/>
            </a:lvl1pPr>
          </a:lstStyle>
          <a:p>
            <a:r>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idx="13" hasCustomPrompt="1"/>
          </p:nvPr>
        </p:nvSpPr>
        <p:spPr>
          <a:xfrm>
            <a:off x="-1" y="0"/>
            <a:ext cx="7260609" cy="6858000"/>
          </a:xfrm>
          <a:prstGeom prst="rect">
            <a:avLst/>
          </a:prstGeom>
          <a:blipFill>
            <a:blip r:embed="rId2">
              <a:alphaModFix amt="70000"/>
            </a:blip>
            <a:stretch>
              <a:fillRect/>
            </a:stretch>
          </a:blipFill>
        </p:spPr>
        <p:txBody>
          <a:bodyPr anchor="t"/>
          <a:lstStyle>
            <a:lvl1pPr>
              <a:buNone/>
              <a:defRPr/>
            </a:lvl1pPr>
          </a:lstStyle>
          <a:p>
            <a:endParaRP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idx="14"/>
          </p:nvPr>
        </p:nvSpPr>
        <p:spPr>
          <a:xfrm>
            <a:off x="7687521" y="3211512"/>
            <a:ext cx="3884547" cy="2743200"/>
          </a:xfrm>
        </p:spPr>
        <p:txBody>
          <a:bodyPr ancho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idx="16"/>
          </p:nvPr>
        </p:nvSpPr>
        <p:spPr>
          <a:xfrm>
            <a:off x="7649733" y="6456384"/>
            <a:ext cx="1968375" cy="379867"/>
          </a:xfrm>
        </p:spPr>
        <p:txBody>
          <a:bodyPr anchor="b"/>
          <a:lstStyle/>
          <a:p>
            <a:r>
              <a:t>
              </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idx="17"/>
          </p:nvPr>
        </p:nvSpPr>
        <p:spPr>
          <a:xfrm>
            <a:off x="11134152" y="6456385"/>
            <a:ext cx="429207" cy="379867"/>
          </a:xfrm>
        </p:spPr>
        <p:txBody>
          <a:bodyPr anchor="b"/>
          <a:lstStyle/>
          <a:p>
            <a:fld id="{CC057153-B650-4DEB-B370-79DDCFDCE93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buNone/>
              <a:defRPr sz="5600"/>
            </a:lvl1pPr>
          </a:lstStyle>
          <a:p>
            <a:r>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idx="13" hasCustomPrompt="1"/>
          </p:nvPr>
        </p:nvSpPr>
        <p:spPr>
          <a:xfrm>
            <a:off x="-1" y="0"/>
            <a:ext cx="12192000" cy="3429000"/>
          </a:xfrm>
          <a:prstGeom prst="rect">
            <a:avLst/>
          </a:prstGeom>
          <a:blipFill>
            <a:blip r:embed="rId2">
              <a:alphaModFix amt="70000"/>
            </a:blip>
            <a:stretch>
              <a:fillRect/>
            </a:stretch>
          </a:blipFill>
        </p:spPr>
        <p:txBody>
          <a:bodyPr anchor="t"/>
          <a:lstStyle>
            <a:lvl1pPr>
              <a:buNone/>
              <a:defRPr/>
            </a:lvl1pPr>
          </a:lstStyle>
          <a:p>
            <a:endParaRP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idx="14"/>
          </p:nvPr>
        </p:nvSpPr>
        <p:spPr>
          <a:xfrm>
            <a:off x="5268036" y="3579702"/>
            <a:ext cx="6298442" cy="2620587"/>
          </a:xfrm>
        </p:spPr>
        <p:txBody>
          <a:bodyPr vert="horz" lIns="91440" tIns="45720" rIns="91440" bIns="45720">
            <a:norm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idx="16"/>
          </p:nvPr>
        </p:nvSpPr>
        <p:spPr>
          <a:xfrm>
            <a:off x="5262666" y="6442872"/>
            <a:ext cx="1968375" cy="379867"/>
          </a:xfrm>
        </p:spPr>
        <p:txBody>
          <a:bodyPr anchor="b"/>
          <a:lstStyle/>
          <a:p>
            <a:r>
              <a:t>
              </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idx="18"/>
          </p:nvPr>
        </p:nvSpPr>
        <p:spPr>
          <a:xfrm>
            <a:off x="7697040" y="6442872"/>
            <a:ext cx="2295997" cy="379867"/>
          </a:xfrm>
        </p:spPr>
        <p:txBody>
          <a:bodyPr anchor="b"/>
          <a:lstStyle/>
          <a:p>
            <a:endParaRPr/>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idx="17"/>
          </p:nvPr>
        </p:nvSpPr>
        <p:spPr>
          <a:xfrm>
            <a:off x="11137271" y="6442873"/>
            <a:ext cx="429207" cy="379867"/>
          </a:xfrm>
        </p:spPr>
        <p:txBody>
          <a:bodyPr anchor="b"/>
          <a:lstStyle/>
          <a:p>
            <a:fld id="{CC057153-B650-4DEB-B370-79DDCFDCE9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buNone/>
              <a:defRPr sz="5600"/>
            </a:lvl1pPr>
          </a:lstStyle>
          <a:p>
            <a:r>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idx="18" hasCustomPrompt="1"/>
          </p:nvPr>
        </p:nvSpPr>
        <p:spPr>
          <a:xfrm>
            <a:off x="109181" y="2115403"/>
            <a:ext cx="5786651" cy="4671431"/>
          </a:xfrm>
          <a:prstGeom prst="rect">
            <a:avLst/>
          </a:prstGeom>
          <a:blipFill>
            <a:blip r:embed="rId2">
              <a:alphaModFix amt="70000"/>
            </a:blip>
            <a:stretch>
              <a:fillRect/>
            </a:stretch>
          </a:blipFill>
        </p:spPr>
        <p:txBody>
          <a:bodyPr anchor="t"/>
          <a:lstStyle>
            <a:lvl1pPr>
              <a:buNone/>
              <a:defRPr/>
            </a:lvl1pPr>
          </a:lstStyle>
          <a:p>
            <a:endParaRP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idx="14"/>
          </p:nvPr>
        </p:nvSpPr>
        <p:spPr>
          <a:xfrm>
            <a:off x="6190488" y="2115403"/>
            <a:ext cx="5353815" cy="4110888"/>
          </a:xfrm>
        </p:spPr>
        <p:txBody>
          <a:bodyPr anchor="t">
            <a:noAutofit/>
          </a:bodyPr>
          <a:lstStyle>
            <a:lvl1pPr marL="0" indent="0">
              <a:buFont typeface="Helvetica Neue"/>
              <a:buNone/>
              <a:defRPr sz="1400"/>
            </a:lvl1pPr>
            <a:lvl2pPr marL="228600" indent="0">
              <a:buFont typeface="Helvetica Neue"/>
              <a:buNone/>
              <a:defRPr sz="1400"/>
            </a:lvl2pPr>
            <a:lvl3pPr marL="457200" indent="0">
              <a:buFont typeface="Helvetica Neue"/>
              <a:buNone/>
              <a:defRPr sz="1400"/>
            </a:lvl3pPr>
            <a:lvl4pPr marL="685800" indent="0">
              <a:buFont typeface="Helvetica Neue"/>
              <a:buNone/>
              <a:defRPr sz="1400"/>
            </a:lvl4pPr>
            <a:lvl5pPr marL="914400" indent="0">
              <a:buFont typeface="Helvetica Neue"/>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idx="20"/>
          </p:nvPr>
        </p:nvSpPr>
        <p:spPr>
          <a:xfrm>
            <a:off x="6177425" y="6428984"/>
            <a:ext cx="4467829" cy="365125"/>
          </a:xfrm>
        </p:spPr>
        <p:txBody>
          <a:bodyPr anchor="b"/>
          <a:lstStyle/>
          <a:p>
            <a:r>
              <a:t>
              </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idx="21"/>
          </p:nvPr>
        </p:nvSpPr>
        <p:spPr>
          <a:xfrm>
            <a:off x="10926847" y="6421709"/>
            <a:ext cx="617457" cy="365125"/>
          </a:xfrm>
        </p:spPr>
        <p:txBody>
          <a:bodyPr anchor="b"/>
          <a:lstStyle/>
          <a:p>
            <a:fld id="{CC057153-B650-4DEB-B370-79DDCFDCE934}"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oAutofit/>
          </a:bodyPr>
          <a:lstStyle>
            <a:lvl1pPr>
              <a:buNone/>
              <a:defRPr sz="5600"/>
            </a:lvl1pPr>
          </a:lstStyle>
          <a:p>
            <a:r>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idx="13" hasCustomPrompt="1"/>
          </p:nvPr>
        </p:nvSpPr>
        <p:spPr>
          <a:xfrm>
            <a:off x="606740" y="2899954"/>
            <a:ext cx="3610418" cy="3314046"/>
          </a:xfrm>
          <a:prstGeom prst="rect">
            <a:avLst/>
          </a:prstGeom>
          <a:blipFill>
            <a:blip r:embed="rId2">
              <a:alphaModFix amt="70000"/>
            </a:blip>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idx="14"/>
          </p:nvPr>
        </p:nvSpPr>
        <p:spPr>
          <a:xfrm>
            <a:off x="4402183" y="644000"/>
            <a:ext cx="7183078" cy="5570000"/>
          </a:xfrm>
        </p:spPr>
        <p:txBody>
          <a:bodyPr anchor="b"/>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idx="16"/>
          </p:nvPr>
        </p:nvSpPr>
        <p:spPr>
          <a:xfrm>
            <a:off x="545926" y="6438284"/>
            <a:ext cx="5276852" cy="365125"/>
          </a:xfrm>
        </p:spPr>
        <p:txBody>
          <a:bodyPr anchor="b"/>
          <a:lstStyle/>
          <a:p>
            <a:r>
              <a:t>
              </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idx="15"/>
          </p:nvPr>
        </p:nvSpPr>
        <p:spPr>
          <a:xfrm>
            <a:off x="6190488" y="6432496"/>
            <a:ext cx="2544079" cy="365125"/>
          </a:xfrm>
        </p:spPr>
        <p:txBody>
          <a:bodyPr anchor="b"/>
          <a:lstStyle/>
          <a:p>
            <a:endParaRPr/>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idx="17"/>
          </p:nvPr>
        </p:nvSpPr>
        <p:spPr>
          <a:xfrm>
            <a:off x="11099128" y="6438284"/>
            <a:ext cx="429207" cy="365125"/>
          </a:xfrm>
        </p:spPr>
        <p:txBody>
          <a:bodyPr anchor="b"/>
          <a:lstStyle/>
          <a:p>
            <a:fld id="{CC057153-B650-4DEB-B370-79DDCFDCE934}"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buNone/>
              <a:defRPr sz="2000" b="0" spc="0" baseline="0">
                <a:solidFill>
                  <a:schemeClr val="tx1"/>
                </a:solidFill>
                <a:latin typeface="+mn-lt"/>
                <a:ea typeface="+mn-lt"/>
                <a:cs typeface="+mn-lt"/>
              </a:defRPr>
            </a:lvl1pPr>
          </a:lstStyle>
          <a:p>
            <a:r>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ea typeface="+mj-lt"/>
                <a:cs typeface="+mj-lt"/>
              </a:defRPr>
            </a:lvl1pPr>
          </a:lstStyle>
          <a:p>
            <a:pPr lvl="0">
              <a:buNone/>
            </a:pPr>
            <a:r>
              <a:t>##%</a:t>
            </a:r>
          </a:p>
        </p:txBody>
      </p:sp>
      <p:pic>
        <p:nvPicPr>
          <p:cNvPr id="11" name="Graphic 5"/>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idx="12"/>
          </p:nvPr>
        </p:nvSpPr>
        <p:spPr>
          <a:xfrm>
            <a:off x="11762793" y="100701"/>
            <a:ext cx="429207" cy="365125"/>
          </a:xfrm>
        </p:spPr>
        <p:txBody>
          <a:bodyPr/>
          <a:lstStyle/>
          <a:p>
            <a:fld id="{CC057153-B650-4DEB-B370-79DDCFDCE9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t>Click to edit Master title style</a:t>
            </a:r>
          </a:p>
        </p:txBody>
      </p:sp>
      <p:pic>
        <p:nvPicPr>
          <p:cNvPr id="16"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idx="15"/>
          </p:nvPr>
        </p:nvSpPr>
        <p:spPr/>
        <p:txBody>
          <a:bodyPr/>
          <a:lstStyle/>
          <a:p>
            <a:r>
              <a:t>
              </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idx="14"/>
          </p:nvPr>
        </p:nvSpPr>
        <p:spPr/>
        <p:txBody>
          <a:bodyPr/>
          <a:lstStyle/>
          <a:p>
            <a:endParaRPr/>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idx="16"/>
          </p:nvPr>
        </p:nvSpPr>
        <p:spPr/>
        <p:txBody>
          <a:bodyPr/>
          <a:lstStyle/>
          <a:p>
            <a:fld id="{CC057153-B650-4DEB-B370-79DDCFDCE934}" type="slidenum">
              <a:t>‹#›</a:t>
            </a:fld>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idx="13" hasCustomPrompt="1"/>
          </p:nvPr>
        </p:nvSpPr>
        <p:spPr>
          <a:xfrm>
            <a:off x="-17470" y="1016759"/>
            <a:ext cx="10082693" cy="5841242"/>
          </a:xfrm>
        </p:spPr>
        <p:txBody>
          <a:bodyPr anchor="b">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buNone/>
            </a:pPr>
            <a:r>
              <a:t>Click to add Statement</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12"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buNone/>
              <a:defRPr sz="2000" spc="0" baseline="0">
                <a:solidFill>
                  <a:schemeClr val="tx1"/>
                </a:solidFill>
                <a:latin typeface="+mn-lt"/>
                <a:ea typeface="+mn-lt"/>
                <a:cs typeface="+mn-lt"/>
              </a:defRPr>
            </a:lvl1pPr>
          </a:lstStyle>
          <a:p>
            <a:r>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ea typeface="+mj-lt"/>
                <a:cs typeface="+mj-lt"/>
              </a:defRPr>
            </a:lvl1pPr>
          </a:lstStyle>
          <a:p>
            <a:pPr lvl="0">
              <a:buNone/>
            </a:pPr>
            <a:r>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idx="16"/>
          </p:nvPr>
        </p:nvSpPr>
        <p:spPr>
          <a:xfrm>
            <a:off x="11762793" y="110364"/>
            <a:ext cx="429207" cy="365125"/>
          </a:xfrm>
        </p:spPr>
        <p:txBody>
          <a:bodyPr/>
          <a:lstStyle/>
          <a:p>
            <a:fld id="{CC057153-B650-4DEB-B370-79DDCFDCE934}" type="slidenum">
              <a:t>‹#›</a:t>
            </a:fld>
            <a:endParaRPr/>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idx="17"/>
          </p:nvPr>
        </p:nvSpPr>
        <p:spPr>
          <a:xfrm>
            <a:off x="6193030" y="6392564"/>
            <a:ext cx="3104866" cy="365125"/>
          </a:xfrm>
        </p:spPr>
        <p:txBody>
          <a:bodyPr anchor="b"/>
          <a:lstStyle/>
          <a:p>
            <a:r>
              <a:t>
              </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t>Click to edit Master title style</a:t>
            </a:r>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idx="11"/>
          </p:nvPr>
        </p:nvSpPr>
        <p:spPr>
          <a:xfrm>
            <a:off x="530353" y="110364"/>
            <a:ext cx="3474720" cy="365125"/>
          </a:xfrm>
        </p:spPr>
        <p:txBody>
          <a:bodyPr/>
          <a:lstStyle/>
          <a:p>
            <a:r>
              <a:t>
              </a:t>
            </a: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idx="10"/>
          </p:nvPr>
        </p:nvSpPr>
        <p:spPr>
          <a:xfrm>
            <a:off x="4315968" y="104576"/>
            <a:ext cx="4836883" cy="365125"/>
          </a:xfrm>
        </p:spPr>
        <p:txBody>
          <a:bodyPr/>
          <a:lstStyle/>
          <a:p>
            <a:endParaRPr/>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idx="12"/>
          </p:nvPr>
        </p:nvSpPr>
        <p:spPr/>
        <p:txBody>
          <a:bodyPr/>
          <a:lstStyle/>
          <a:p>
            <a:fld id="{CC057153-B650-4DEB-B370-79DDCFDCE934}" type="slidenum">
              <a:t>‹#›</a:t>
            </a:fld>
            <a:endParaRPr/>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idx="17"/>
          </p:nvPr>
        </p:nvSpPr>
        <p:spPr>
          <a:xfrm>
            <a:off x="4315966" y="987552"/>
            <a:ext cx="7446825" cy="256032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idx="18"/>
          </p:nvPr>
        </p:nvSpPr>
        <p:spPr>
          <a:xfrm>
            <a:off x="4315967" y="3931920"/>
            <a:ext cx="7446824" cy="256032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t>Click to edit Master title style</a:t>
            </a:r>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idx="11"/>
          </p:nvPr>
        </p:nvSpPr>
        <p:spPr>
          <a:xfrm>
            <a:off x="530352" y="110364"/>
            <a:ext cx="5276852" cy="365125"/>
          </a:xfrm>
        </p:spPr>
        <p:txBody>
          <a:bodyPr/>
          <a:lstStyle/>
          <a:p>
            <a:r>
              <a:t>
              </a:t>
            </a: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idx="10"/>
          </p:nvPr>
        </p:nvSpPr>
        <p:spPr>
          <a:xfrm>
            <a:off x="6190488" y="104576"/>
            <a:ext cx="4836883" cy="365125"/>
          </a:xfrm>
        </p:spPr>
        <p:txBody>
          <a:bodyPr/>
          <a:lstStyle/>
          <a:p>
            <a:endParaRPr/>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idx="12"/>
          </p:nvPr>
        </p:nvSpPr>
        <p:spPr/>
        <p:txBody>
          <a:bodyPr/>
          <a:lstStyle/>
          <a:p>
            <a:fld id="{CC057153-B650-4DEB-B370-79DDCFDCE934}" type="slidenum">
              <a:t>‹#›</a:t>
            </a:fld>
            <a:endParaRPr/>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endParaRP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idx="17"/>
          </p:nvPr>
        </p:nvSpPr>
        <p:spPr>
          <a:xfrm>
            <a:off x="530351" y="2980943"/>
            <a:ext cx="5183188" cy="358611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idx="3"/>
          </p:nvPr>
        </p:nvSpPr>
        <p:spPr>
          <a:xfrm>
            <a:off x="6190488" y="2286000"/>
            <a:ext cx="5183188" cy="534033"/>
          </a:xfrm>
        </p:spPr>
        <p:txBody>
          <a:bodyPr/>
          <a:lstStyle/>
          <a:p>
            <a:endParaRP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idx="18"/>
          </p:nvPr>
        </p:nvSpPr>
        <p:spPr>
          <a:xfrm>
            <a:off x="6190488" y="2980944"/>
            <a:ext cx="5183188" cy="358611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idx="11"/>
          </p:nvPr>
        </p:nvSpPr>
        <p:spPr>
          <a:xfrm>
            <a:off x="530352" y="109728"/>
            <a:ext cx="5276852" cy="365125"/>
          </a:xfrm>
        </p:spPr>
        <p:txBody>
          <a:bodyPr/>
          <a:lstStyle/>
          <a:p>
            <a:r>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idx="10"/>
          </p:nvPr>
        </p:nvSpPr>
        <p:spPr/>
        <p:txBody>
          <a:bodyPr/>
          <a:lstStyle/>
          <a:p>
            <a:endParaRP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idx="12"/>
          </p:nvPr>
        </p:nvSpPr>
        <p:spPr>
          <a:xfrm>
            <a:off x="11231928" y="110364"/>
            <a:ext cx="429207" cy="365125"/>
          </a:xfrm>
        </p:spPr>
        <p:txBody>
          <a:bodyPr/>
          <a:lstStyle/>
          <a:p>
            <a:fld id="{CC057153-B650-4DEB-B370-79DDCFDCE934}"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idx="11"/>
          </p:nvPr>
        </p:nvSpPr>
        <p:spPr>
          <a:xfrm>
            <a:off x="0" y="100701"/>
            <a:ext cx="5898630" cy="365125"/>
          </a:xfrm>
        </p:spPr>
        <p:txBody>
          <a:bodyPr/>
          <a:lstStyle/>
          <a:p>
            <a:r>
              <a:t>
              </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idx="10"/>
          </p:nvPr>
        </p:nvSpPr>
        <p:spPr>
          <a:xfrm>
            <a:off x="6217920" y="100701"/>
            <a:ext cx="5332001" cy="365125"/>
          </a:xfrm>
        </p:spPr>
        <p:txBody>
          <a:bodyPr/>
          <a:lstStyle/>
          <a:p>
            <a:endParaRPr/>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idx="12"/>
          </p:nvPr>
        </p:nvSpPr>
        <p:spPr>
          <a:xfrm>
            <a:off x="11762793" y="100701"/>
            <a:ext cx="429207" cy="365125"/>
          </a:xfrm>
        </p:spPr>
        <p:txBody>
          <a:bodyPr/>
          <a:lstStyle/>
          <a:p>
            <a:fld id="{CC057153-B650-4DEB-B370-79DDCFDCE934}"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buNone/>
              <a:defRPr sz="5600"/>
            </a:lvl1pPr>
          </a:lstStyle>
          <a:p>
            <a:r>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idx="16"/>
          </p:nvPr>
        </p:nvSpPr>
        <p:spPr>
          <a:xfrm>
            <a:off x="545926" y="6438284"/>
            <a:ext cx="5276852" cy="365125"/>
          </a:xfrm>
        </p:spPr>
        <p:txBody>
          <a:bodyPr/>
          <a:lstStyle/>
          <a:p>
            <a:r>
              <a:t>
              </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idx="15"/>
          </p:nvPr>
        </p:nvSpPr>
        <p:spPr>
          <a:xfrm>
            <a:off x="6190488" y="6432496"/>
            <a:ext cx="2544079" cy="365125"/>
          </a:xfrm>
        </p:spPr>
        <p:txBody>
          <a:bodyPr/>
          <a:lstStyle/>
          <a:p>
            <a:endParaRPr/>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idx="17"/>
          </p:nvPr>
        </p:nvSpPr>
        <p:spPr>
          <a:xfrm>
            <a:off x="11099128" y="6438284"/>
            <a:ext cx="429207" cy="365125"/>
          </a:xfrm>
        </p:spPr>
        <p:txBody>
          <a:bodyPr/>
          <a:lstStyle/>
          <a:p>
            <a:fld id="{CC057153-B650-4DEB-B370-79DDCFDCE934}"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buNone/>
              <a:defRPr sz="5600"/>
            </a:lvl1pPr>
          </a:lstStyle>
          <a:p>
            <a:r>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idx="11"/>
          </p:nvPr>
        </p:nvSpPr>
        <p:spPr>
          <a:xfrm>
            <a:off x="536906" y="100701"/>
            <a:ext cx="5361724" cy="365125"/>
          </a:xfrm>
        </p:spPr>
        <p:txBody>
          <a:bodyPr/>
          <a:lstStyle/>
          <a:p>
            <a:r>
              <a:t>
              </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idx="10"/>
          </p:nvPr>
        </p:nvSpPr>
        <p:spPr>
          <a:xfrm>
            <a:off x="6217921" y="100701"/>
            <a:ext cx="2526030" cy="365125"/>
          </a:xfrm>
        </p:spPr>
        <p:txBody>
          <a:bodyPr/>
          <a:lstStyle/>
          <a:p>
            <a:endParaRP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idx="12"/>
          </p:nvPr>
        </p:nvSpPr>
        <p:spPr>
          <a:xfrm>
            <a:off x="11762793" y="6392174"/>
            <a:ext cx="429207" cy="365125"/>
          </a:xfrm>
        </p:spPr>
        <p:txBody>
          <a:bodyPr anchor="b"/>
          <a:lstStyle/>
          <a:p>
            <a:fld id="{CC057153-B650-4DEB-B370-79DDCFDCE934}" type="slidenum">
              <a:t>‹#›</a:t>
            </a:fld>
            <a:endParaRPr/>
          </a:p>
        </p:txBody>
      </p:sp>
      <p:sp>
        <p:nvSpPr>
          <p:cNvPr id="3" name="Oval 2">
            <a:extLst>
              <a:ext uri="{FF2B5EF4-FFF2-40B4-BE49-F238E27FC236}">
                <a16:creationId xmlns:a16="http://schemas.microsoft.com/office/drawing/2014/main" id="{D3CF16D9-01F3-6CE6-7291-C344E099BBD0}"/>
              </a:ext>
            </a:extLst>
          </p:cNvPr>
          <p:cNvSpPr>
            <a:spLocks noGrp="1"/>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anchor="t">
            <a:normAutofit/>
          </a:bodyPr>
          <a:lstStyle/>
          <a:p>
            <a:r>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idx="2"/>
          </p:nvPr>
        </p:nvSpPr>
        <p:spPr>
          <a:xfrm>
            <a:off x="6190488" y="104576"/>
            <a:ext cx="4836883" cy="365125"/>
          </a:xfrm>
          <a:prstGeom prst="rect">
            <a:avLst/>
          </a:prstGeom>
        </p:spPr>
        <p:txBody>
          <a:bodyPr vert="horz" lIns="91440" tIns="45720" rIns="91440" bIns="45720" anchor="t"/>
          <a:lstStyle>
            <a:lvl1pPr algn="l">
              <a:lnSpc>
                <a:spcPct val="80000"/>
              </a:lnSpc>
              <a:buNone/>
              <a:defRPr sz="1000">
                <a:solidFill>
                  <a:schemeClr val="tx1"/>
                </a:solidFill>
                <a:latin typeface="+mn-lt"/>
                <a:ea typeface="+mn-lt"/>
                <a:cs typeface="+mn-lt"/>
              </a:defRPr>
            </a:lvl1pPr>
          </a:lstStyle>
          <a:p>
            <a:endParaRP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idx="3"/>
          </p:nvPr>
        </p:nvSpPr>
        <p:spPr>
          <a:xfrm>
            <a:off x="14501" y="110364"/>
            <a:ext cx="5276852" cy="365125"/>
          </a:xfrm>
          <a:prstGeom prst="rect">
            <a:avLst/>
          </a:prstGeom>
        </p:spPr>
        <p:txBody>
          <a:bodyPr vert="horz" lIns="91440" tIns="45720" rIns="91440" bIns="45720" anchor="t"/>
          <a:lstStyle>
            <a:lvl1pPr algn="l">
              <a:lnSpc>
                <a:spcPct val="80000"/>
              </a:lnSpc>
              <a:buNone/>
              <a:defRPr sz="1000">
                <a:solidFill>
                  <a:schemeClr val="tx1"/>
                </a:solidFill>
                <a:latin typeface="+mn-lt"/>
                <a:ea typeface="+mn-lt"/>
                <a:cs typeface="+mn-lt"/>
              </a:defRPr>
            </a:lvl1pPr>
          </a:lstStyle>
          <a:p>
            <a:r>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idx="4"/>
          </p:nvPr>
        </p:nvSpPr>
        <p:spPr>
          <a:xfrm>
            <a:off x="11762792" y="110364"/>
            <a:ext cx="429207" cy="365125"/>
          </a:xfrm>
          <a:prstGeom prst="rect">
            <a:avLst/>
          </a:prstGeom>
        </p:spPr>
        <p:txBody>
          <a:bodyPr vert="horz" lIns="91440" tIns="45720" rIns="91440" bIns="45720" anchor="t"/>
          <a:lstStyle>
            <a:lvl1pPr algn="r">
              <a:lnSpc>
                <a:spcPct val="80000"/>
              </a:lnSpc>
              <a:buNone/>
              <a:defRPr sz="1000">
                <a:solidFill>
                  <a:schemeClr val="tx1"/>
                </a:solidFill>
                <a:latin typeface="+mn-lt"/>
                <a:ea typeface="+mn-lt"/>
                <a:cs typeface="+mn-lt"/>
              </a:defRPr>
            </a:lvl1pPr>
          </a:lstStyle>
          <a:p>
            <a:fld id="{CC057153-B650-4DEB-B370-79DDCFDCE934}" type="slidenum">
              <a:t>‹#›</a:t>
            </a:fld>
            <a:endParaRP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lvl1pPr algn="l" defTabSz="914400">
        <a:lnSpc>
          <a:spcPct val="80000"/>
        </a:lnSpc>
        <a:spcBef>
          <a:spcPct val="0"/>
        </a:spcBef>
        <a:buNone/>
        <a:defRPr sz="5600" b="0" i="0" kern="1200" spc="-200" baseline="0">
          <a:solidFill>
            <a:schemeClr val="tx1"/>
          </a:solidFill>
          <a:latin typeface="+mj-lt"/>
          <a:ea typeface="+mj-lt"/>
          <a:cs typeface="+mj-lt"/>
        </a:defRPr>
      </a:lvl1pPr>
    </p:titleStyle>
    <p:bodyStyle>
      <a:lvl1pPr marL="0" indent="0" algn="l" defTabSz="914400">
        <a:lnSpc>
          <a:spcPct val="80000"/>
        </a:lnSpc>
        <a:spcBef>
          <a:spcPts val="1000"/>
        </a:spcBef>
        <a:buFont typeface="Helvetica Neue"/>
        <a:buNone/>
        <a:defRPr sz="1400" kern="1200" baseline="0">
          <a:solidFill>
            <a:schemeClr val="tx1"/>
          </a:solidFill>
          <a:latin typeface="+mn-lt"/>
          <a:ea typeface="+mn-lt"/>
          <a:cs typeface="+mn-lt"/>
        </a:defRPr>
      </a:lvl1pPr>
      <a:lvl2pPr marL="228600" indent="0" algn="l" defTabSz="914400">
        <a:lnSpc>
          <a:spcPct val="80000"/>
        </a:lnSpc>
        <a:spcBef>
          <a:spcPts val="1000"/>
        </a:spcBef>
        <a:buFont typeface="Helvetica Neue"/>
        <a:buNone/>
        <a:defRPr sz="1400" kern="1200" baseline="0">
          <a:solidFill>
            <a:schemeClr val="tx1"/>
          </a:solidFill>
          <a:latin typeface="+mn-lt"/>
          <a:ea typeface="+mn-lt"/>
          <a:cs typeface="+mn-lt"/>
        </a:defRPr>
      </a:lvl2pPr>
      <a:lvl3pPr marL="457200" indent="0" algn="l" defTabSz="914400">
        <a:lnSpc>
          <a:spcPct val="80000"/>
        </a:lnSpc>
        <a:spcBef>
          <a:spcPts val="1000"/>
        </a:spcBef>
        <a:buFont typeface="Helvetica Neue"/>
        <a:buNone/>
        <a:defRPr sz="1400" kern="1200" baseline="0">
          <a:solidFill>
            <a:schemeClr val="tx1"/>
          </a:solidFill>
          <a:latin typeface="+mn-lt"/>
          <a:ea typeface="+mn-lt"/>
          <a:cs typeface="+mn-lt"/>
        </a:defRPr>
      </a:lvl3pPr>
      <a:lvl4pPr marL="685800" indent="0" algn="l" defTabSz="914400">
        <a:lnSpc>
          <a:spcPct val="80000"/>
        </a:lnSpc>
        <a:spcBef>
          <a:spcPts val="1000"/>
        </a:spcBef>
        <a:buFont typeface="Helvetica Neue"/>
        <a:buNone/>
        <a:defRPr sz="1400" kern="1200" baseline="0">
          <a:solidFill>
            <a:schemeClr val="tx1"/>
          </a:solidFill>
          <a:latin typeface="+mn-lt"/>
          <a:ea typeface="+mn-lt"/>
          <a:cs typeface="+mn-lt"/>
        </a:defRPr>
      </a:lvl4pPr>
      <a:lvl5pPr marL="914400" indent="0" algn="l" defTabSz="914400">
        <a:lnSpc>
          <a:spcPct val="80000"/>
        </a:lnSpc>
        <a:spcBef>
          <a:spcPts val="1000"/>
        </a:spcBef>
        <a:buFont typeface="Helvetica Neue"/>
        <a:buNone/>
        <a:defRPr sz="1400" kern="1200" baseline="0">
          <a:solidFill>
            <a:schemeClr val="tx1"/>
          </a:solidFill>
          <a:latin typeface="+mn-lt"/>
          <a:ea typeface="+mn-lt"/>
          <a:cs typeface="+mn-lt"/>
        </a:defRPr>
      </a:lvl5pPr>
      <a:lvl6pPr marL="2514600" indent="-228600" algn="l" defTabSz="914400">
        <a:lnSpc>
          <a:spcPct val="90000"/>
        </a:lnSpc>
        <a:spcBef>
          <a:spcPts val="500"/>
        </a:spcBef>
        <a:buFont typeface="Helvetica Neue"/>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Helvetica Neue"/>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Helvetica Neue"/>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Helvetica Neue"/>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8.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8.xml"/><Relationship Id="rId5" Type="http://schemas.openxmlformats.org/officeDocument/2006/relationships/image" Target="../media/image36.png"/><Relationship Id="rId4" Type="http://schemas.openxmlformats.org/officeDocument/2006/relationships/hyperlink" Target="https://gcgprojects-my.sharepoint.com/shared?listurl=%2Fpersonal%2Fadamhamm%5Fgamingcapitalgroup%5Fcom%2FDocuments&amp;viewid=30093c86%2D2948%2D4953%2D8f26%2D4f87c23078fb&amp;FolderCTID=0x012000AA6ACC63D844F845B4DEFA3915F2A439&amp;id=%2Fpersonal%2Fadamhamm%5Fgamingcapitalgroup%5Fcom%2FDocuments%2FTechnical%20Services%2FManufacturer%20%26%20Cabinet%20Info%2FIGT%2FCabinets%2FUNIVERSAL%20SLANT%2FWiring%20Diagrams%2FMain%20Cabinet%2C%20Universal%20Slant%2Epdf&amp;parent=%2Fpersonal%2Fadamhamm%5Fgamingcapitalgroup%5Fcom%2FDocuments%2FTechnical%20Services%2FManufacturer%20%26%20Cabinet%20Info%2FIGT%2FCabinets%2FUNIVERSAL%20SLANT%2FWiring%20Diagrams"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8.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hyperlink" Target="https://gcgprojects-my.sharepoint.com/shared?listurl=%2Fpersonal%2Fadamhamm%5Fgamingcapitalgroup%5Fcom%2FDocuments&amp;viewid=30093c86%2D2948%2D4953%2D8f26%2D4f87c23078fb&amp;FolderCTID=0x012000AA6ACC63D844F845B4DEFA3915F2A439&amp;id=%2Fpersonal%2Fadamhamm%5Fgamingcapitalgroup%5Fcom%2FDocuments%2FTechnical%20Services%2FManufacturer%20%26%20Cabinet%20Info%2FKonami%2FCabinets%2FDimension%2049%2FDIMENSION%20%2D%20Split%20Deck%20%2D%20Wiring%20Diagram%20%2D%20810527H%2Epdf&amp;parent=%2Fpersonal%2Fadamhamm%5Fgamingcapitalgroup%5Fcom%2FDocuments%2FTechnical%20Services%2FManufacturer%20%26%20Cabinet%20Info%2FKonami%2FCabinets%2FDimension%2049" TargetMode="External"/><Relationship Id="rId2" Type="http://schemas.openxmlformats.org/officeDocument/2006/relationships/notesSlide" Target="../notesSlides/notesSlide35.xml"/><Relationship Id="rId1" Type="http://schemas.openxmlformats.org/officeDocument/2006/relationships/slideLayout" Target="../slideLayouts/slideLayout28.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5.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9.xml"/><Relationship Id="rId1" Type="http://schemas.openxmlformats.org/officeDocument/2006/relationships/slideLayout" Target="../slideLayouts/slideLayout28.xml"/><Relationship Id="rId5" Type="http://schemas.openxmlformats.org/officeDocument/2006/relationships/image" Target="../media/image43.png"/><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p:cNvPicPr>
          <p:nvPr/>
        </p:nvPicPr>
        <p:blipFill>
          <a:blip r:embed="rId3"/>
          <a:srcRect t="2200" b="4404"/>
          <a:stretch>
            <a:fillRect/>
          </a:stretch>
        </p:blipFill>
        <p:spPr>
          <a:xfrm>
            <a:off x="8212039" y="1219200"/>
            <a:ext cx="2516002" cy="2349857"/>
          </a:xfrm>
          <a:prstGeom prst="rect">
            <a:avLst/>
          </a:prstGeom>
          <a:ln w="38100">
            <a:solidFill>
              <a:schemeClr val="bg1"/>
            </a:solidFill>
          </a:ln>
        </p:spPr>
      </p:pic>
      <p:sp>
        <p:nvSpPr>
          <p:cNvPr id="2" name="Rectangle 1">
            <a:extLst>
              <a:ext uri="{FF2B5EF4-FFF2-40B4-BE49-F238E27FC236}">
                <a16:creationId xmlns:a16="http://schemas.microsoft.com/office/drawing/2014/main" id="{4058C96F-E49E-4354-99CC-6E09E475257F}"/>
              </a:ext>
            </a:extLst>
          </p:cNvPr>
          <p:cNvSpPr>
            <a:spLocks noGrp="1"/>
          </p:cNvSpPr>
          <p:nvPr/>
        </p:nvSpPr>
        <p:spPr>
          <a:xfrm>
            <a:off x="400050" y="1219200"/>
            <a:ext cx="7239000" cy="1762125"/>
          </a:xfrm>
          <a:prstGeom prst="rect">
            <a:avLst/>
          </a:prstGeom>
          <a:noFill/>
          <a:ln w="0">
            <a:noFill/>
            <a:prstDash val="solid"/>
          </a:ln>
        </p:spPr>
        <p:txBody>
          <a:bodyPr wrap="square" lIns="0" tIns="0" rIns="0" bIns="0" anchor="t">
            <a:noAutofit/>
          </a:bodyPr>
          <a:lstStyle/>
          <a:p>
            <a:pPr>
              <a:buNone/>
              <a:defRPr sz="4350" b="1">
                <a:solidFill>
                  <a:srgbClr val="0B0B0B"/>
                </a:solidFill>
                <a:latin typeface="Helvetica Neue"/>
                <a:ea typeface="Helvetica Neue"/>
                <a:cs typeface="Helvetica Neue"/>
              </a:defRPr>
            </a:pPr>
            <a:r>
              <a:rPr sz="4350" b="1">
                <a:solidFill>
                  <a:srgbClr val="0B0B0B"/>
                </a:solidFill>
                <a:latin typeface="Helvetica Neue"/>
                <a:ea typeface="Helvetica Neue"/>
                <a:cs typeface="Helvetica Neue"/>
              </a:rPr>
              <a:t>Electrical Basics </a:t>
            </a:r>
          </a:p>
          <a:p>
            <a:pPr>
              <a:buNone/>
              <a:defRPr sz="4350" b="1">
                <a:solidFill>
                  <a:srgbClr val="0B0B0B"/>
                </a:solidFill>
                <a:latin typeface="Helvetica Neue"/>
                <a:ea typeface="Helvetica Neue"/>
                <a:cs typeface="Helvetica Neue"/>
              </a:defRPr>
            </a:pPr>
            <a:r>
              <a:rPr sz="4350" b="1">
                <a:solidFill>
                  <a:srgbClr val="0B0B0B"/>
                </a:solidFill>
                <a:latin typeface="Helvetica Neue"/>
                <a:ea typeface="Helvetica Neue"/>
                <a:cs typeface="Helvetica Neue"/>
              </a:rPr>
              <a:t>&amp; </a:t>
            </a:r>
            <a:r>
              <a:rPr sz="4400" b="1">
                <a:solidFill>
                  <a:srgbClr val="0B0B0B"/>
                </a:solidFill>
                <a:latin typeface="Helvetica Neue"/>
                <a:ea typeface="Helvetica Neue"/>
                <a:cs typeface="Helvetica Neue"/>
              </a:rPr>
              <a:t>Safety </a:t>
            </a:r>
            <a:r>
              <a:rPr sz="4350" b="1">
                <a:solidFill>
                  <a:srgbClr val="0B0B0B"/>
                </a:solidFill>
                <a:latin typeface="Helvetica Neue"/>
                <a:ea typeface="Helvetica Neue"/>
                <a:cs typeface="Helvetica Neue"/>
              </a:rPr>
              <a:t>Training</a:t>
            </a:r>
          </a:p>
        </p:txBody>
      </p:sp>
      <p:sp>
        <p:nvSpPr>
          <p:cNvPr id="3" name="Rectangle 2">
            <a:extLst>
              <a:ext uri="{FF2B5EF4-FFF2-40B4-BE49-F238E27FC236}">
                <a16:creationId xmlns:a16="http://schemas.microsoft.com/office/drawing/2014/main" id="{2F034A0F-CC3D-4938-84F3-0BADB2EB1597}"/>
              </a:ext>
            </a:extLst>
          </p:cNvPr>
          <p:cNvSpPr>
            <a:spLocks noGrp="1"/>
          </p:cNvSpPr>
          <p:nvPr/>
        </p:nvSpPr>
        <p:spPr>
          <a:xfrm>
            <a:off x="419100" y="3276600"/>
            <a:ext cx="6572250" cy="381000"/>
          </a:xfrm>
          <a:prstGeom prst="rect">
            <a:avLst/>
          </a:prstGeom>
          <a:noFill/>
          <a:ln w="0">
            <a:noFill/>
            <a:prstDash val="solid"/>
          </a:ln>
        </p:spPr>
        <p:txBody>
          <a:bodyPr wrap="square" lIns="0" tIns="0" rIns="0" bIns="0" anchor="t">
            <a:noAutofit/>
          </a:bodyPr>
          <a:lstStyle/>
          <a:p>
            <a:pPr algn="l">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 practical, cabinet-first approach to safer troubleshooting</a:t>
            </a:r>
          </a:p>
        </p:txBody>
      </p:sp>
      <p:sp>
        <p:nvSpPr>
          <p:cNvPr id="4" name="Straight Connector 3">
            <a:extLst>
              <a:ext uri="{FF2B5EF4-FFF2-40B4-BE49-F238E27FC236}">
                <a16:creationId xmlns:a16="http://schemas.microsoft.com/office/drawing/2014/main" id="{693D894D-111F-4010-8AE4-943E2D046D60}"/>
              </a:ext>
            </a:extLst>
          </p:cNvPr>
          <p:cNvSpPr>
            <a:spLocks noGrp="1"/>
          </p:cNvSpPr>
          <p:nvPr/>
        </p:nvSpPr>
        <p:spPr>
          <a:xfrm>
            <a:off x="400049" y="3657600"/>
            <a:ext cx="5977601" cy="0"/>
          </a:xfrm>
          <a:prstGeom prst="line">
            <a:avLst/>
          </a:prstGeom>
          <a:noFill/>
          <a:ln w="38100">
            <a:solidFill>
              <a:srgbClr val="03699B"/>
            </a:solidFill>
            <a:prstDash val="solid"/>
          </a:ln>
        </p:spPr>
        <p:txBody>
          <a:bodyPr/>
          <a:lstStyle/>
          <a:p>
            <a:endParaRPr/>
          </a:p>
        </p:txBody>
      </p:sp>
      <p:pic>
        <p:nvPicPr>
          <p:cNvPr id="17" name="Picture 8"/>
          <p:cNvPicPr>
            <a:picLocks noChangeAspect="1"/>
          </p:cNvPicPr>
          <p:nvPr/>
        </p:nvPicPr>
        <p:blipFill>
          <a:blip r:embed="rId4"/>
          <a:srcRect b="225"/>
          <a:stretch>
            <a:fillRect/>
          </a:stretch>
        </p:blipFill>
        <p:spPr>
          <a:xfrm>
            <a:off x="7258050" y="4230209"/>
            <a:ext cx="4632325" cy="2559900"/>
          </a:xfrm>
          <a:prstGeom prst="rect">
            <a:avLst/>
          </a:prstGeom>
        </p:spPr>
      </p:pic>
    </p:spTree>
    <p:extLst>
      <p:ext uri="{BB962C8B-B14F-4D97-AF65-F5344CB8AC3E}">
        <p14:creationId xmlns:p14="http://schemas.microsoft.com/office/powerpoint/2010/main" val="20828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D02EF-327D-1AE0-C678-2D98AC2B678F}"/>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a:solidFill>
                  <a:srgbClr val="4FC3E7"/>
                </a:solidFill>
                <a:latin typeface="Helvetica Neue"/>
                <a:ea typeface="Helvetica Neue"/>
                <a:cs typeface="Helvetica Neue"/>
              </a:rPr>
              <a:t>SECTION 01</a:t>
            </a:r>
          </a:p>
          <a:p>
            <a:pPr algn="ctr">
              <a:spcAft>
                <a:spcPts val="18"/>
              </a:spcAft>
              <a:buNone/>
              <a:defRPr>
                <a:latin typeface="Helvetica Neue"/>
                <a:ea typeface="Helvetica Neue"/>
                <a:cs typeface="Helvetica Neue"/>
              </a:defRPr>
            </a:pPr>
            <a:r>
              <a:rPr sz="4800" b="1">
                <a:solidFill>
                  <a:srgbClr val="FFFFFF"/>
                </a:solidFill>
                <a:latin typeface="Helvetica Neue"/>
                <a:ea typeface="Helvetica Neue"/>
                <a:cs typeface="Helvetica Neue"/>
              </a:rPr>
              <a:t>Introduction</a:t>
            </a:r>
          </a:p>
          <a:p>
            <a:pPr algn="ctr">
              <a:buNone/>
              <a:defRPr>
                <a:latin typeface="Helvetica Neue"/>
                <a:ea typeface="Helvetica Neue"/>
                <a:cs typeface="Helvetica Neue"/>
              </a:defRPr>
            </a:pPr>
            <a:r>
              <a:rPr sz="2300">
                <a:solidFill>
                  <a:srgbClr val="CDECF7"/>
                </a:solidFill>
                <a:latin typeface="Helvetica Neue"/>
                <a:ea typeface="Helvetica Neue"/>
                <a:cs typeface="Helvetica Neue"/>
              </a:rPr>
              <a:t>Today’s mission: make every test safer and smarter.</a:t>
            </a:r>
          </a:p>
        </p:txBody>
      </p:sp>
    </p:spTree>
    <p:extLst>
      <p:ext uri="{BB962C8B-B14F-4D97-AF65-F5344CB8AC3E}">
        <p14:creationId xmlns:p14="http://schemas.microsoft.com/office/powerpoint/2010/main" val="1487790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84E0B600-A5B1-4D67-9012-3C1FFCF2D53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latin typeface="Helvetica Neue"/>
                <a:ea typeface="Helvetica Neue"/>
                <a:cs typeface="Helvetica Neue"/>
              </a:rPr>
              <a:t>01 • INTRODUCTION - </a:t>
            </a:r>
            <a:r>
              <a:rPr sz="1100" b="1" cap="all" dirty="0">
                <a:solidFill>
                  <a:srgbClr val="03699B"/>
                </a:solidFill>
                <a:latin typeface="Helvetica Neue"/>
                <a:ea typeface="Helvetica Neue"/>
                <a:cs typeface="Helvetica Neue"/>
              </a:rPr>
              <a:t>LEARNING PATH</a:t>
            </a:r>
          </a:p>
        </p:txBody>
      </p:sp>
      <p:sp>
        <p:nvSpPr>
          <p:cNvPr id="2" name="Rectangle 1">
            <a:extLst>
              <a:ext uri="{FF2B5EF4-FFF2-40B4-BE49-F238E27FC236}">
                <a16:creationId xmlns:a16="http://schemas.microsoft.com/office/drawing/2014/main" id="{FCA5BEDD-6167-4AB2-80AF-9C5F3B00AD7D}"/>
              </a:ext>
            </a:extLst>
          </p:cNvPr>
          <p:cNvSpPr>
            <a:spLocks noGrp="1"/>
          </p:cNvSpPr>
          <p:nvPr/>
        </p:nvSpPr>
        <p:spPr>
          <a:xfrm>
            <a:off x="400050" y="571500"/>
            <a:ext cx="1148969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dirty="0">
                <a:solidFill>
                  <a:srgbClr val="0B0B0B"/>
                </a:solidFill>
                <a:latin typeface="Helvetica Neue"/>
                <a:ea typeface="Helvetica Neue"/>
                <a:cs typeface="Helvetica Neue"/>
              </a:rPr>
              <a:t>We build from safe habits to confident troubleshooting.</a:t>
            </a:r>
          </a:p>
        </p:txBody>
      </p:sp>
      <p:sp>
        <p:nvSpPr>
          <p:cNvPr id="5" name="Rectangle 4">
            <a:extLst>
              <a:ext uri="{FF2B5EF4-FFF2-40B4-BE49-F238E27FC236}">
                <a16:creationId xmlns:a16="http://schemas.microsoft.com/office/drawing/2014/main" id="{4B35415D-E3B6-40DD-AC25-3EC2C589F2F7}"/>
              </a:ext>
            </a:extLst>
          </p:cNvPr>
          <p:cNvSpPr>
            <a:spLocks noGrp="1"/>
          </p:cNvSpPr>
          <p:nvPr/>
        </p:nvSpPr>
        <p:spPr>
          <a:xfrm>
            <a:off x="400050" y="1714500"/>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01</a:t>
            </a:r>
          </a:p>
        </p:txBody>
      </p:sp>
      <p:sp>
        <p:nvSpPr>
          <p:cNvPr id="6" name="Rectangle 5">
            <a:extLst>
              <a:ext uri="{FF2B5EF4-FFF2-40B4-BE49-F238E27FC236}">
                <a16:creationId xmlns:a16="http://schemas.microsoft.com/office/drawing/2014/main" id="{D187ACDB-81B1-4CC5-A741-F1792C7E42CA}"/>
              </a:ext>
            </a:extLst>
          </p:cNvPr>
          <p:cNvSpPr>
            <a:spLocks noGrp="1"/>
          </p:cNvSpPr>
          <p:nvPr/>
        </p:nvSpPr>
        <p:spPr>
          <a:xfrm>
            <a:off x="1143000" y="1695450"/>
            <a:ext cx="209550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Introduction</a:t>
            </a:r>
          </a:p>
        </p:txBody>
      </p:sp>
      <p:sp>
        <p:nvSpPr>
          <p:cNvPr id="7" name="Rectangle 6">
            <a:extLst>
              <a:ext uri="{FF2B5EF4-FFF2-40B4-BE49-F238E27FC236}">
                <a16:creationId xmlns:a16="http://schemas.microsoft.com/office/drawing/2014/main" id="{2C1BFB74-0472-428F-9608-761B5ED7D730}"/>
              </a:ext>
            </a:extLst>
          </p:cNvPr>
          <p:cNvSpPr>
            <a:spLocks noGrp="1"/>
          </p:cNvSpPr>
          <p:nvPr/>
        </p:nvSpPr>
        <p:spPr>
          <a:xfrm>
            <a:off x="1143000" y="1990725"/>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Set expectations and a safety mindset</a:t>
            </a:r>
          </a:p>
        </p:txBody>
      </p:sp>
      <p:sp>
        <p:nvSpPr>
          <p:cNvPr id="8" name="Straight Connector 7">
            <a:extLst>
              <a:ext uri="{FF2B5EF4-FFF2-40B4-BE49-F238E27FC236}">
                <a16:creationId xmlns:a16="http://schemas.microsoft.com/office/drawing/2014/main" id="{F99AF62B-2D5C-48BE-8863-AD7C57DE949C}"/>
              </a:ext>
            </a:extLst>
          </p:cNvPr>
          <p:cNvSpPr>
            <a:spLocks noGrp="1"/>
          </p:cNvSpPr>
          <p:nvPr/>
        </p:nvSpPr>
        <p:spPr>
          <a:xfrm>
            <a:off x="1143000" y="2371725"/>
            <a:ext cx="4095750" cy="0"/>
          </a:xfrm>
          <a:prstGeom prst="line">
            <a:avLst/>
          </a:prstGeom>
          <a:noFill/>
          <a:ln w="9525">
            <a:solidFill>
              <a:srgbClr val="B8BCC4"/>
            </a:solidFill>
            <a:prstDash val="solid"/>
          </a:ln>
        </p:spPr>
        <p:txBody>
          <a:bodyPr/>
          <a:lstStyle/>
          <a:p>
            <a:endParaRPr/>
          </a:p>
        </p:txBody>
      </p:sp>
      <p:sp>
        <p:nvSpPr>
          <p:cNvPr id="9" name="Rectangle 8">
            <a:extLst>
              <a:ext uri="{FF2B5EF4-FFF2-40B4-BE49-F238E27FC236}">
                <a16:creationId xmlns:a16="http://schemas.microsoft.com/office/drawing/2014/main" id="{9F1B8003-131E-4378-A5DA-826F4D874381}"/>
              </a:ext>
            </a:extLst>
          </p:cNvPr>
          <p:cNvSpPr>
            <a:spLocks noGrp="1"/>
          </p:cNvSpPr>
          <p:nvPr/>
        </p:nvSpPr>
        <p:spPr>
          <a:xfrm>
            <a:off x="400050" y="2505075"/>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02</a:t>
            </a:r>
          </a:p>
        </p:txBody>
      </p:sp>
      <p:sp>
        <p:nvSpPr>
          <p:cNvPr id="10" name="Rectangle 9">
            <a:extLst>
              <a:ext uri="{FF2B5EF4-FFF2-40B4-BE49-F238E27FC236}">
                <a16:creationId xmlns:a16="http://schemas.microsoft.com/office/drawing/2014/main" id="{021C3771-3F21-4B65-AF23-6815595721E0}"/>
              </a:ext>
            </a:extLst>
          </p:cNvPr>
          <p:cNvSpPr>
            <a:spLocks noGrp="1"/>
          </p:cNvSpPr>
          <p:nvPr/>
        </p:nvSpPr>
        <p:spPr>
          <a:xfrm>
            <a:off x="1143000" y="2486025"/>
            <a:ext cx="40957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Electrical Safety &amp; ESD</a:t>
            </a:r>
          </a:p>
        </p:txBody>
      </p:sp>
      <p:sp>
        <p:nvSpPr>
          <p:cNvPr id="11" name="Rectangle 10">
            <a:extLst>
              <a:ext uri="{FF2B5EF4-FFF2-40B4-BE49-F238E27FC236}">
                <a16:creationId xmlns:a16="http://schemas.microsoft.com/office/drawing/2014/main" id="{89DE9FC5-EAD6-4507-9EE7-A8296B381087}"/>
              </a:ext>
            </a:extLst>
          </p:cNvPr>
          <p:cNvSpPr>
            <a:spLocks noGrp="1"/>
          </p:cNvSpPr>
          <p:nvPr/>
        </p:nvSpPr>
        <p:spPr>
          <a:xfrm>
            <a:off x="1143000" y="2781300"/>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Prevent damage you can see—and damage you cannot</a:t>
            </a:r>
          </a:p>
        </p:txBody>
      </p:sp>
      <p:sp>
        <p:nvSpPr>
          <p:cNvPr id="12" name="Straight Connector 11">
            <a:extLst>
              <a:ext uri="{FF2B5EF4-FFF2-40B4-BE49-F238E27FC236}">
                <a16:creationId xmlns:a16="http://schemas.microsoft.com/office/drawing/2014/main" id="{6415AE6F-734F-4404-9FDD-555264BC4976}"/>
              </a:ext>
            </a:extLst>
          </p:cNvPr>
          <p:cNvSpPr>
            <a:spLocks noGrp="1"/>
          </p:cNvSpPr>
          <p:nvPr/>
        </p:nvSpPr>
        <p:spPr>
          <a:xfrm>
            <a:off x="1143000" y="3162300"/>
            <a:ext cx="4095750" cy="0"/>
          </a:xfrm>
          <a:prstGeom prst="line">
            <a:avLst/>
          </a:prstGeom>
          <a:noFill/>
          <a:ln w="9525">
            <a:solidFill>
              <a:srgbClr val="B8BCC4"/>
            </a:solidFill>
            <a:prstDash val="solid"/>
          </a:ln>
        </p:spPr>
        <p:txBody>
          <a:bodyPr/>
          <a:lstStyle/>
          <a:p>
            <a:endParaRPr/>
          </a:p>
        </p:txBody>
      </p:sp>
      <p:sp>
        <p:nvSpPr>
          <p:cNvPr id="13" name="Rectangle 12">
            <a:extLst>
              <a:ext uri="{FF2B5EF4-FFF2-40B4-BE49-F238E27FC236}">
                <a16:creationId xmlns:a16="http://schemas.microsoft.com/office/drawing/2014/main" id="{99600C72-471C-4146-8B44-5409EFC3221C}"/>
              </a:ext>
            </a:extLst>
          </p:cNvPr>
          <p:cNvSpPr>
            <a:spLocks noGrp="1"/>
          </p:cNvSpPr>
          <p:nvPr/>
        </p:nvSpPr>
        <p:spPr>
          <a:xfrm>
            <a:off x="400050" y="3295650"/>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03</a:t>
            </a:r>
          </a:p>
        </p:txBody>
      </p:sp>
      <p:sp>
        <p:nvSpPr>
          <p:cNvPr id="14" name="Rectangle 13">
            <a:extLst>
              <a:ext uri="{FF2B5EF4-FFF2-40B4-BE49-F238E27FC236}">
                <a16:creationId xmlns:a16="http://schemas.microsoft.com/office/drawing/2014/main" id="{67AEAF8B-2EC0-437F-9897-2627EC663417}"/>
              </a:ext>
            </a:extLst>
          </p:cNvPr>
          <p:cNvSpPr>
            <a:spLocks noGrp="1"/>
          </p:cNvSpPr>
          <p:nvPr/>
        </p:nvSpPr>
        <p:spPr>
          <a:xfrm>
            <a:off x="1143000" y="3276600"/>
            <a:ext cx="40957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Electrical Fundamentals</a:t>
            </a:r>
          </a:p>
        </p:txBody>
      </p:sp>
      <p:sp>
        <p:nvSpPr>
          <p:cNvPr id="15" name="Rectangle 14">
            <a:extLst>
              <a:ext uri="{FF2B5EF4-FFF2-40B4-BE49-F238E27FC236}">
                <a16:creationId xmlns:a16="http://schemas.microsoft.com/office/drawing/2014/main" id="{6964CBE3-F1DF-4ADE-9AB2-0DB8DB25E6D7}"/>
              </a:ext>
            </a:extLst>
          </p:cNvPr>
          <p:cNvSpPr>
            <a:spLocks noGrp="1"/>
          </p:cNvSpPr>
          <p:nvPr/>
        </p:nvSpPr>
        <p:spPr>
          <a:xfrm>
            <a:off x="1143000" y="3571875"/>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AC, DC, voltage, current, resistance</a:t>
            </a:r>
          </a:p>
        </p:txBody>
      </p:sp>
      <p:sp>
        <p:nvSpPr>
          <p:cNvPr id="16" name="Straight Connector 15">
            <a:extLst>
              <a:ext uri="{FF2B5EF4-FFF2-40B4-BE49-F238E27FC236}">
                <a16:creationId xmlns:a16="http://schemas.microsoft.com/office/drawing/2014/main" id="{E9C83432-7C3A-43AB-A939-A414ECE131BE}"/>
              </a:ext>
            </a:extLst>
          </p:cNvPr>
          <p:cNvSpPr>
            <a:spLocks noGrp="1"/>
          </p:cNvSpPr>
          <p:nvPr/>
        </p:nvSpPr>
        <p:spPr>
          <a:xfrm>
            <a:off x="1143000" y="3952875"/>
            <a:ext cx="4095750" cy="0"/>
          </a:xfrm>
          <a:prstGeom prst="line">
            <a:avLst/>
          </a:prstGeom>
          <a:noFill/>
          <a:ln w="9525">
            <a:solidFill>
              <a:srgbClr val="B8BCC4"/>
            </a:solidFill>
            <a:prstDash val="solid"/>
          </a:ln>
        </p:spPr>
        <p:txBody>
          <a:bodyPr/>
          <a:lstStyle/>
          <a:p>
            <a:endParaRPr/>
          </a:p>
        </p:txBody>
      </p:sp>
      <p:sp>
        <p:nvSpPr>
          <p:cNvPr id="17" name="Rectangle 16">
            <a:extLst>
              <a:ext uri="{FF2B5EF4-FFF2-40B4-BE49-F238E27FC236}">
                <a16:creationId xmlns:a16="http://schemas.microsoft.com/office/drawing/2014/main" id="{B8636849-C2AB-4595-8AFE-B2486BF2F6BD}"/>
              </a:ext>
            </a:extLst>
          </p:cNvPr>
          <p:cNvSpPr>
            <a:spLocks noGrp="1"/>
          </p:cNvSpPr>
          <p:nvPr/>
        </p:nvSpPr>
        <p:spPr>
          <a:xfrm>
            <a:off x="400050" y="4086225"/>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04</a:t>
            </a:r>
          </a:p>
        </p:txBody>
      </p:sp>
      <p:sp>
        <p:nvSpPr>
          <p:cNvPr id="18" name="Rectangle 17">
            <a:extLst>
              <a:ext uri="{FF2B5EF4-FFF2-40B4-BE49-F238E27FC236}">
                <a16:creationId xmlns:a16="http://schemas.microsoft.com/office/drawing/2014/main" id="{BAE99197-4FDA-4A18-80B9-F9F5F393C6E8}"/>
              </a:ext>
            </a:extLst>
          </p:cNvPr>
          <p:cNvSpPr>
            <a:spLocks noGrp="1"/>
          </p:cNvSpPr>
          <p:nvPr/>
        </p:nvSpPr>
        <p:spPr>
          <a:xfrm>
            <a:off x="6953250" y="1719265"/>
            <a:ext cx="209550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dirty="0">
                <a:solidFill>
                  <a:srgbClr val="0B0B0B"/>
                </a:solidFill>
                <a:latin typeface="Helvetica Neue"/>
                <a:ea typeface="Helvetica Neue"/>
                <a:cs typeface="Helvetica Neue"/>
              </a:rPr>
              <a:t>Meter Safety &amp; Use</a:t>
            </a:r>
          </a:p>
        </p:txBody>
      </p:sp>
      <p:sp>
        <p:nvSpPr>
          <p:cNvPr id="19" name="Rectangle 18">
            <a:extLst>
              <a:ext uri="{FF2B5EF4-FFF2-40B4-BE49-F238E27FC236}">
                <a16:creationId xmlns:a16="http://schemas.microsoft.com/office/drawing/2014/main" id="{1CB28D63-C313-4038-9291-7A2F29707824}"/>
              </a:ext>
            </a:extLst>
          </p:cNvPr>
          <p:cNvSpPr>
            <a:spLocks noGrp="1"/>
          </p:cNvSpPr>
          <p:nvPr/>
        </p:nvSpPr>
        <p:spPr>
          <a:xfrm>
            <a:off x="6953250" y="2014540"/>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Choose the right function before touching a circuit</a:t>
            </a:r>
          </a:p>
        </p:txBody>
      </p:sp>
      <p:sp>
        <p:nvSpPr>
          <p:cNvPr id="20" name="Straight Connector 19">
            <a:extLst>
              <a:ext uri="{FF2B5EF4-FFF2-40B4-BE49-F238E27FC236}">
                <a16:creationId xmlns:a16="http://schemas.microsoft.com/office/drawing/2014/main" id="{5EB44EDE-E936-4F20-84BE-4F6C188ABD76}"/>
              </a:ext>
            </a:extLst>
          </p:cNvPr>
          <p:cNvSpPr>
            <a:spLocks noGrp="1"/>
          </p:cNvSpPr>
          <p:nvPr/>
        </p:nvSpPr>
        <p:spPr>
          <a:xfrm>
            <a:off x="1143000" y="4743450"/>
            <a:ext cx="4095750" cy="0"/>
          </a:xfrm>
          <a:prstGeom prst="line">
            <a:avLst/>
          </a:prstGeom>
          <a:noFill/>
          <a:ln w="9525">
            <a:solidFill>
              <a:srgbClr val="B8BCC4"/>
            </a:solidFill>
            <a:prstDash val="solid"/>
          </a:ln>
        </p:spPr>
        <p:txBody>
          <a:bodyPr/>
          <a:lstStyle/>
          <a:p>
            <a:endParaRPr/>
          </a:p>
        </p:txBody>
      </p:sp>
      <p:sp>
        <p:nvSpPr>
          <p:cNvPr id="21" name="Rectangle 20">
            <a:extLst>
              <a:ext uri="{FF2B5EF4-FFF2-40B4-BE49-F238E27FC236}">
                <a16:creationId xmlns:a16="http://schemas.microsoft.com/office/drawing/2014/main" id="{08C1BE6D-096F-48B5-A7A4-051ED9DB7D98}"/>
              </a:ext>
            </a:extLst>
          </p:cNvPr>
          <p:cNvSpPr>
            <a:spLocks noGrp="1"/>
          </p:cNvSpPr>
          <p:nvPr/>
        </p:nvSpPr>
        <p:spPr>
          <a:xfrm>
            <a:off x="6210300" y="1733551"/>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dirty="0">
                <a:solidFill>
                  <a:srgbClr val="03699B"/>
                </a:solidFill>
                <a:latin typeface="Helvetica Neue"/>
                <a:ea typeface="Helvetica Neue"/>
                <a:cs typeface="Helvetica Neue"/>
              </a:rPr>
              <a:t>05</a:t>
            </a:r>
          </a:p>
        </p:txBody>
      </p:sp>
      <p:sp>
        <p:nvSpPr>
          <p:cNvPr id="22" name="Rectangle 21">
            <a:extLst>
              <a:ext uri="{FF2B5EF4-FFF2-40B4-BE49-F238E27FC236}">
                <a16:creationId xmlns:a16="http://schemas.microsoft.com/office/drawing/2014/main" id="{43E21CC7-B30F-41C2-BF7D-2612EB387E5C}"/>
              </a:ext>
            </a:extLst>
          </p:cNvPr>
          <p:cNvSpPr>
            <a:spLocks noGrp="1"/>
          </p:cNvSpPr>
          <p:nvPr/>
        </p:nvSpPr>
        <p:spPr>
          <a:xfrm>
            <a:off x="1143000" y="4108722"/>
            <a:ext cx="209550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dirty="0">
                <a:solidFill>
                  <a:srgbClr val="0B0B0B"/>
                </a:solidFill>
                <a:latin typeface="Helvetica Neue"/>
                <a:ea typeface="Helvetica Neue"/>
                <a:cs typeface="Helvetica Neue"/>
              </a:rPr>
              <a:t>Power Flow</a:t>
            </a:r>
          </a:p>
        </p:txBody>
      </p:sp>
      <p:sp>
        <p:nvSpPr>
          <p:cNvPr id="23" name="Rectangle 22">
            <a:extLst>
              <a:ext uri="{FF2B5EF4-FFF2-40B4-BE49-F238E27FC236}">
                <a16:creationId xmlns:a16="http://schemas.microsoft.com/office/drawing/2014/main" id="{59094458-8DDE-4DE5-8255-F4B680E18218}"/>
              </a:ext>
            </a:extLst>
          </p:cNvPr>
          <p:cNvSpPr>
            <a:spLocks noGrp="1"/>
          </p:cNvSpPr>
          <p:nvPr/>
        </p:nvSpPr>
        <p:spPr>
          <a:xfrm>
            <a:off x="1143000" y="4403997"/>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Follow power from the wall to the cabinet load</a:t>
            </a:r>
          </a:p>
        </p:txBody>
      </p:sp>
      <p:sp>
        <p:nvSpPr>
          <p:cNvPr id="24" name="Straight Connector 23">
            <a:extLst>
              <a:ext uri="{FF2B5EF4-FFF2-40B4-BE49-F238E27FC236}">
                <a16:creationId xmlns:a16="http://schemas.microsoft.com/office/drawing/2014/main" id="{356DA0B5-A272-4E56-9DEC-32AC64E0BA2B}"/>
              </a:ext>
            </a:extLst>
          </p:cNvPr>
          <p:cNvSpPr>
            <a:spLocks noGrp="1"/>
          </p:cNvSpPr>
          <p:nvPr/>
        </p:nvSpPr>
        <p:spPr>
          <a:xfrm>
            <a:off x="6953250" y="2390776"/>
            <a:ext cx="4095750" cy="0"/>
          </a:xfrm>
          <a:prstGeom prst="line">
            <a:avLst/>
          </a:prstGeom>
          <a:noFill/>
          <a:ln w="9525">
            <a:solidFill>
              <a:srgbClr val="B8BCC4"/>
            </a:solidFill>
            <a:prstDash val="solid"/>
          </a:ln>
        </p:spPr>
        <p:txBody>
          <a:bodyPr/>
          <a:lstStyle/>
          <a:p>
            <a:endParaRPr/>
          </a:p>
        </p:txBody>
      </p:sp>
      <p:sp>
        <p:nvSpPr>
          <p:cNvPr id="25" name="Rectangle 24">
            <a:extLst>
              <a:ext uri="{FF2B5EF4-FFF2-40B4-BE49-F238E27FC236}">
                <a16:creationId xmlns:a16="http://schemas.microsoft.com/office/drawing/2014/main" id="{7959BE03-E88F-4BF5-8B45-D950D2D2F951}"/>
              </a:ext>
            </a:extLst>
          </p:cNvPr>
          <p:cNvSpPr>
            <a:spLocks noGrp="1"/>
          </p:cNvSpPr>
          <p:nvPr/>
        </p:nvSpPr>
        <p:spPr>
          <a:xfrm>
            <a:off x="6210300" y="2500313"/>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06</a:t>
            </a:r>
          </a:p>
        </p:txBody>
      </p:sp>
      <p:sp>
        <p:nvSpPr>
          <p:cNvPr id="26" name="Rectangle 25">
            <a:extLst>
              <a:ext uri="{FF2B5EF4-FFF2-40B4-BE49-F238E27FC236}">
                <a16:creationId xmlns:a16="http://schemas.microsoft.com/office/drawing/2014/main" id="{7E520327-6482-40F6-A465-2BE7F9DC53CD}"/>
              </a:ext>
            </a:extLst>
          </p:cNvPr>
          <p:cNvSpPr>
            <a:spLocks noGrp="1"/>
          </p:cNvSpPr>
          <p:nvPr/>
        </p:nvSpPr>
        <p:spPr>
          <a:xfrm>
            <a:off x="6953250" y="2481263"/>
            <a:ext cx="209550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Wiring Diagrams</a:t>
            </a:r>
          </a:p>
        </p:txBody>
      </p:sp>
      <p:sp>
        <p:nvSpPr>
          <p:cNvPr id="27" name="Rectangle 26">
            <a:extLst>
              <a:ext uri="{FF2B5EF4-FFF2-40B4-BE49-F238E27FC236}">
                <a16:creationId xmlns:a16="http://schemas.microsoft.com/office/drawing/2014/main" id="{C2FDE84E-DEC5-4537-B130-B5BD4AF86CA0}"/>
              </a:ext>
            </a:extLst>
          </p:cNvPr>
          <p:cNvSpPr>
            <a:spLocks noGrp="1"/>
          </p:cNvSpPr>
          <p:nvPr/>
        </p:nvSpPr>
        <p:spPr>
          <a:xfrm>
            <a:off x="6953250" y="2776538"/>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Read the map, then trace the physical circuit</a:t>
            </a:r>
          </a:p>
        </p:txBody>
      </p:sp>
      <p:sp>
        <p:nvSpPr>
          <p:cNvPr id="28" name="Straight Connector 27">
            <a:extLst>
              <a:ext uri="{FF2B5EF4-FFF2-40B4-BE49-F238E27FC236}">
                <a16:creationId xmlns:a16="http://schemas.microsoft.com/office/drawing/2014/main" id="{7B2452E4-483D-4CCC-8BEF-5CE01E6C9BF1}"/>
              </a:ext>
            </a:extLst>
          </p:cNvPr>
          <p:cNvSpPr>
            <a:spLocks noGrp="1"/>
          </p:cNvSpPr>
          <p:nvPr/>
        </p:nvSpPr>
        <p:spPr>
          <a:xfrm>
            <a:off x="6953250" y="3157538"/>
            <a:ext cx="4095750" cy="0"/>
          </a:xfrm>
          <a:prstGeom prst="line">
            <a:avLst/>
          </a:prstGeom>
          <a:noFill/>
          <a:ln w="9525">
            <a:solidFill>
              <a:srgbClr val="B8BCC4"/>
            </a:solidFill>
            <a:prstDash val="solid"/>
          </a:ln>
        </p:spPr>
        <p:txBody>
          <a:bodyPr/>
          <a:lstStyle/>
          <a:p>
            <a:endParaRPr/>
          </a:p>
        </p:txBody>
      </p:sp>
      <p:sp>
        <p:nvSpPr>
          <p:cNvPr id="29" name="Rectangle 28">
            <a:extLst>
              <a:ext uri="{FF2B5EF4-FFF2-40B4-BE49-F238E27FC236}">
                <a16:creationId xmlns:a16="http://schemas.microsoft.com/office/drawing/2014/main" id="{9C936A8B-F549-4E68-AFD3-D5153A62CCB7}"/>
              </a:ext>
            </a:extLst>
          </p:cNvPr>
          <p:cNvSpPr>
            <a:spLocks noGrp="1"/>
          </p:cNvSpPr>
          <p:nvPr/>
        </p:nvSpPr>
        <p:spPr>
          <a:xfrm>
            <a:off x="6210300" y="3290888"/>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07</a:t>
            </a:r>
          </a:p>
        </p:txBody>
      </p:sp>
      <p:sp>
        <p:nvSpPr>
          <p:cNvPr id="30" name="Rectangle 29">
            <a:extLst>
              <a:ext uri="{FF2B5EF4-FFF2-40B4-BE49-F238E27FC236}">
                <a16:creationId xmlns:a16="http://schemas.microsoft.com/office/drawing/2014/main" id="{706AB48D-1439-4B32-9F06-309895A7EBC5}"/>
              </a:ext>
            </a:extLst>
          </p:cNvPr>
          <p:cNvSpPr>
            <a:spLocks noGrp="1"/>
          </p:cNvSpPr>
          <p:nvPr/>
        </p:nvSpPr>
        <p:spPr>
          <a:xfrm>
            <a:off x="6953250" y="3271838"/>
            <a:ext cx="209550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Hands-On Lab</a:t>
            </a:r>
          </a:p>
        </p:txBody>
      </p:sp>
      <p:sp>
        <p:nvSpPr>
          <p:cNvPr id="31" name="Rectangle 30">
            <a:extLst>
              <a:ext uri="{FF2B5EF4-FFF2-40B4-BE49-F238E27FC236}">
                <a16:creationId xmlns:a16="http://schemas.microsoft.com/office/drawing/2014/main" id="{4742EEA0-A846-4766-82C2-52A840848A6E}"/>
              </a:ext>
            </a:extLst>
          </p:cNvPr>
          <p:cNvSpPr>
            <a:spLocks noGrp="1"/>
          </p:cNvSpPr>
          <p:nvPr/>
        </p:nvSpPr>
        <p:spPr>
          <a:xfrm>
            <a:off x="6953250" y="3567113"/>
            <a:ext cx="4095750" cy="295275"/>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Continuity, AC, DC, resistance, batteries</a:t>
            </a:r>
          </a:p>
        </p:txBody>
      </p:sp>
      <p:sp>
        <p:nvSpPr>
          <p:cNvPr id="32" name="Straight Connector 31">
            <a:extLst>
              <a:ext uri="{FF2B5EF4-FFF2-40B4-BE49-F238E27FC236}">
                <a16:creationId xmlns:a16="http://schemas.microsoft.com/office/drawing/2014/main" id="{D84AABC2-DC98-4EB6-A21E-3333EAED9E5C}"/>
              </a:ext>
            </a:extLst>
          </p:cNvPr>
          <p:cNvSpPr>
            <a:spLocks noGrp="1"/>
          </p:cNvSpPr>
          <p:nvPr/>
        </p:nvSpPr>
        <p:spPr>
          <a:xfrm>
            <a:off x="6953250" y="3948113"/>
            <a:ext cx="4095750" cy="0"/>
          </a:xfrm>
          <a:prstGeom prst="line">
            <a:avLst/>
          </a:prstGeom>
          <a:noFill/>
          <a:ln w="9525">
            <a:solidFill>
              <a:srgbClr val="B8BCC4"/>
            </a:solidFill>
            <a:prstDash val="solid"/>
          </a:ln>
        </p:spPr>
        <p:txBody>
          <a:bodyPr/>
          <a:lstStyle/>
          <a:p>
            <a:endParaRPr/>
          </a:p>
        </p:txBody>
      </p:sp>
      <p:sp>
        <p:nvSpPr>
          <p:cNvPr id="33" name="Rectangle 32">
            <a:extLst>
              <a:ext uri="{FF2B5EF4-FFF2-40B4-BE49-F238E27FC236}">
                <a16:creationId xmlns:a16="http://schemas.microsoft.com/office/drawing/2014/main" id="{2AD581DF-2265-475E-90D5-81F2ACDA2325}"/>
              </a:ext>
            </a:extLst>
          </p:cNvPr>
          <p:cNvSpPr>
            <a:spLocks noGrp="1"/>
          </p:cNvSpPr>
          <p:nvPr/>
        </p:nvSpPr>
        <p:spPr>
          <a:xfrm>
            <a:off x="6210300" y="4081463"/>
            <a:ext cx="495300" cy="228600"/>
          </a:xfrm>
          <a:prstGeom prst="rect">
            <a:avLst/>
          </a:prstGeom>
          <a:noFill/>
          <a:ln w="0">
            <a:noFill/>
            <a:prstDash val="solid"/>
          </a:ln>
        </p:spPr>
        <p:txBody>
          <a:bodyPr wrap="square" lIns="0" tIns="0" rIns="0" bIns="0" anchor="t">
            <a:noAutofit/>
          </a:bodyPr>
          <a:lstStyle/>
          <a:p>
            <a:pPr algn="l">
              <a:buNone/>
              <a:defRPr sz="1350" b="1">
                <a:solidFill>
                  <a:srgbClr val="03699B"/>
                </a:solidFill>
                <a:latin typeface="Helvetica Neue"/>
                <a:ea typeface="Helvetica Neue"/>
                <a:cs typeface="Helvetica Neue"/>
              </a:defRPr>
            </a:pPr>
            <a:r>
              <a:rPr sz="1350" b="1">
                <a:solidFill>
                  <a:srgbClr val="03699B"/>
                </a:solidFill>
                <a:latin typeface="Helvetica Neue"/>
                <a:ea typeface="Helvetica Neue"/>
                <a:cs typeface="Helvetica Neue"/>
              </a:rPr>
              <a:t>08</a:t>
            </a:r>
          </a:p>
        </p:txBody>
      </p:sp>
      <p:sp>
        <p:nvSpPr>
          <p:cNvPr id="34" name="Rectangle 33">
            <a:extLst>
              <a:ext uri="{FF2B5EF4-FFF2-40B4-BE49-F238E27FC236}">
                <a16:creationId xmlns:a16="http://schemas.microsoft.com/office/drawing/2014/main" id="{C7E93907-E606-4630-8F61-7EE92840BD5F}"/>
              </a:ext>
            </a:extLst>
          </p:cNvPr>
          <p:cNvSpPr>
            <a:spLocks noGrp="1"/>
          </p:cNvSpPr>
          <p:nvPr/>
        </p:nvSpPr>
        <p:spPr>
          <a:xfrm>
            <a:off x="6953250" y="4062413"/>
            <a:ext cx="209550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lang="en-US" sz="1575" b="1">
                <a:solidFill>
                  <a:srgbClr val="0B0B0B"/>
                </a:solidFill>
                <a:latin typeface="Helvetica Neue"/>
                <a:ea typeface="Helvetica Neue"/>
                <a:cs typeface="Helvetica Neue"/>
              </a:rPr>
              <a:t>In Closing</a:t>
            </a:r>
            <a:endParaRPr sz="1575" b="1">
              <a:solidFill>
                <a:srgbClr val="0B0B0B"/>
              </a:solidFill>
              <a:latin typeface="Helvetica Neue"/>
              <a:ea typeface="Helvetica Neue"/>
              <a:cs typeface="Helvetica Neue"/>
            </a:endParaRPr>
          </a:p>
        </p:txBody>
      </p:sp>
      <p:sp>
        <p:nvSpPr>
          <p:cNvPr id="35" name="Rectangle 34">
            <a:extLst>
              <a:ext uri="{FF2B5EF4-FFF2-40B4-BE49-F238E27FC236}">
                <a16:creationId xmlns:a16="http://schemas.microsoft.com/office/drawing/2014/main" id="{BEEAC856-7D50-45AE-AE4D-620EA215E262}"/>
              </a:ext>
            </a:extLst>
          </p:cNvPr>
          <p:cNvSpPr>
            <a:spLocks noGrp="1"/>
          </p:cNvSpPr>
          <p:nvPr/>
        </p:nvSpPr>
        <p:spPr>
          <a:xfrm>
            <a:off x="6953250" y="4357688"/>
            <a:ext cx="4095750" cy="295275"/>
          </a:xfrm>
          <a:prstGeom prst="rect">
            <a:avLst/>
          </a:prstGeom>
          <a:noFill/>
          <a:ln w="0">
            <a:noFill/>
            <a:prstDash val="solid"/>
          </a:ln>
        </p:spPr>
        <p:txBody>
          <a:bodyPr wrap="square" lIns="0" tIns="0" rIns="0" bIns="0" anchor="t">
            <a:noAutofit/>
          </a:bodyPr>
          <a:lstStyle/>
          <a:p>
            <a:pPr>
              <a:defRPr sz="1200" b="0">
                <a:solidFill>
                  <a:srgbClr val="4B5563"/>
                </a:solidFill>
                <a:latin typeface="Helvetica Neue"/>
                <a:ea typeface="Helvetica Neue"/>
                <a:cs typeface="Helvetica Neue"/>
              </a:defRPr>
            </a:pPr>
            <a:r>
              <a:rPr lang="en-US" sz="1200">
                <a:solidFill>
                  <a:srgbClr val="4B5563"/>
                </a:solidFill>
                <a:latin typeface="Helvetica Neue"/>
                <a:ea typeface="Helvetica Neue"/>
                <a:cs typeface="Helvetica Neue"/>
              </a:rPr>
              <a:t>Review, certificates, and survey</a:t>
            </a:r>
          </a:p>
        </p:txBody>
      </p:sp>
      <p:sp>
        <p:nvSpPr>
          <p:cNvPr id="36" name="Straight Connector 35">
            <a:extLst>
              <a:ext uri="{FF2B5EF4-FFF2-40B4-BE49-F238E27FC236}">
                <a16:creationId xmlns:a16="http://schemas.microsoft.com/office/drawing/2014/main" id="{1A3AF6C2-F01E-4882-A60D-443ED006111C}"/>
              </a:ext>
            </a:extLst>
          </p:cNvPr>
          <p:cNvSpPr>
            <a:spLocks noGrp="1"/>
          </p:cNvSpPr>
          <p:nvPr/>
        </p:nvSpPr>
        <p:spPr>
          <a:xfrm>
            <a:off x="6953250" y="4738688"/>
            <a:ext cx="4095750" cy="0"/>
          </a:xfrm>
          <a:prstGeom prst="line">
            <a:avLst/>
          </a:prstGeom>
          <a:noFill/>
          <a:ln w="9525">
            <a:solidFill>
              <a:srgbClr val="B8BCC4"/>
            </a:solidFill>
            <a:prstDash val="solid"/>
          </a:ln>
        </p:spPr>
        <p:txBody>
          <a:bodyPr/>
          <a:lstStyle/>
          <a:p>
            <a:endParaRPr/>
          </a:p>
        </p:txBody>
      </p:sp>
      <p:pic>
        <p:nvPicPr>
          <p:cNvPr id="43" name="Picture 42">
            <a:extLst>
              <a:ext uri="{FF2B5EF4-FFF2-40B4-BE49-F238E27FC236}">
                <a16:creationId xmlns:a16="http://schemas.microsoft.com/office/drawing/2014/main" id="{94749908-7050-33D1-F8DE-F3FCACA6A9E2}"/>
              </a:ext>
            </a:extLst>
          </p:cNvPr>
          <p:cNvPicPr>
            <a:picLocks noChangeAspect="1"/>
          </p:cNvPicPr>
          <p:nvPr/>
        </p:nvPicPr>
        <p:blipFill>
          <a:blip r:embed="rId3"/>
          <a:stretch>
            <a:fillRect/>
          </a:stretch>
        </p:blipFill>
        <p:spPr>
          <a:xfrm>
            <a:off x="7888624" y="4873486"/>
            <a:ext cx="2034788" cy="1820600"/>
          </a:xfrm>
          <a:prstGeom prst="rect">
            <a:avLst/>
          </a:prstGeom>
        </p:spPr>
      </p:pic>
      <p:sp>
        <p:nvSpPr>
          <p:cNvPr id="44" name="Straight Connector 43">
            <a:extLst>
              <a:ext uri="{FF2B5EF4-FFF2-40B4-BE49-F238E27FC236}">
                <a16:creationId xmlns:a16="http://schemas.microsoft.com/office/drawing/2014/main" id="{4B92EF55-D216-AC3D-56C2-EA980E757A32}"/>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386480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2D95E4-30E6-40A1-8C7E-DC0200782035}"/>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defRPr sz="1100" b="1" cap="all">
                <a:solidFill>
                  <a:srgbClr val="03699B"/>
                </a:solidFill>
                <a:latin typeface="Helvetica Neue"/>
                <a:ea typeface="Helvetica Neue"/>
                <a:cs typeface="Helvetica Neue"/>
              </a:defRPr>
            </a:pPr>
            <a:r>
              <a:rPr sz="1100" b="1" cap="all" dirty="0">
                <a:solidFill>
                  <a:srgbClr val="03699B"/>
                </a:solidFill>
                <a:latin typeface="+mj-lt"/>
                <a:ea typeface="Helvetica Neue"/>
                <a:cs typeface="Helvetica Neue"/>
              </a:rPr>
              <a:t>01</a:t>
            </a:r>
            <a:r>
              <a:rPr lang="en-US" sz="1100" b="1" cap="all" dirty="0">
                <a:solidFill>
                  <a:srgbClr val="03699B"/>
                </a:solidFill>
                <a:latin typeface="+mj-lt"/>
                <a:ea typeface="Helvetica Neue"/>
                <a:cs typeface="Helvetica Neue"/>
              </a:rPr>
              <a:t> • INTRODUCTION - </a:t>
            </a:r>
            <a:r>
              <a:rPr sz="1100" b="1" cap="all" dirty="0">
                <a:solidFill>
                  <a:srgbClr val="03699B"/>
                </a:solidFill>
                <a:latin typeface="+mj-lt"/>
                <a:ea typeface="Helvetica Neue"/>
                <a:cs typeface="Helvetica Neue"/>
              </a:rPr>
              <a:t>WHY WE ARE HERE</a:t>
            </a:r>
            <a:endParaRPr lang="en-US" sz="1100" b="1" cap="all" dirty="0">
              <a:solidFill>
                <a:srgbClr val="03699B"/>
              </a:solidFill>
              <a:latin typeface="+mj-lt"/>
              <a:ea typeface="Helvetica Neue"/>
              <a:cs typeface="Helvetica Neue"/>
            </a:endParaRPr>
          </a:p>
        </p:txBody>
      </p:sp>
      <p:sp>
        <p:nvSpPr>
          <p:cNvPr id="2" name="Rectangle 1">
            <a:extLst>
              <a:ext uri="{FF2B5EF4-FFF2-40B4-BE49-F238E27FC236}">
                <a16:creationId xmlns:a16="http://schemas.microsoft.com/office/drawing/2014/main" id="{119772E5-27F3-496B-AF22-E564B374E13A}"/>
              </a:ext>
            </a:extLst>
          </p:cNvPr>
          <p:cNvSpPr>
            <a:spLocks noGrp="1"/>
          </p:cNvSpPr>
          <p:nvPr/>
        </p:nvSpPr>
        <p:spPr>
          <a:xfrm>
            <a:off x="400050" y="571499"/>
            <a:ext cx="10077450" cy="1561999"/>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To understand static electricity, the power types we work with, how power flows through a cabinet, and how to use a multimeter when troubleshooting.</a:t>
            </a:r>
          </a:p>
        </p:txBody>
      </p:sp>
      <p:sp>
        <p:nvSpPr>
          <p:cNvPr id="5" name="Rectangle 4">
            <a:extLst>
              <a:ext uri="{FF2B5EF4-FFF2-40B4-BE49-F238E27FC236}">
                <a16:creationId xmlns:a16="http://schemas.microsoft.com/office/drawing/2014/main" id="{445E7310-24F2-4B49-86E1-C9DF9DC0BA17}"/>
              </a:ext>
            </a:extLst>
          </p:cNvPr>
          <p:cNvSpPr>
            <a:spLocks noGrp="1"/>
          </p:cNvSpPr>
          <p:nvPr/>
        </p:nvSpPr>
        <p:spPr>
          <a:xfrm>
            <a:off x="400050" y="2467182"/>
            <a:ext cx="5695951" cy="3699938"/>
          </a:xfrm>
          <a:prstGeom prst="rect">
            <a:avLst/>
          </a:prstGeom>
          <a:noFill/>
          <a:ln w="0">
            <a:noFill/>
            <a:prstDash val="solid"/>
          </a:ln>
        </p:spPr>
        <p:txBody>
          <a:bodyPr wrap="square" lIns="0" tIns="0" rIns="0" bIns="0" anchor="t">
            <a:normAutofit fontScale="97445" lnSpcReduction="10000"/>
          </a:bodyPr>
          <a:lstStyle/>
          <a:p>
            <a:r>
              <a:rPr lang="en-US" sz="2400" dirty="0">
                <a:ea typeface="Helvetica Neue Light" panose="02000403000000020004" pitchFamily="2" charset="0"/>
              </a:rPr>
              <a:t>This class </a:t>
            </a:r>
            <a:r>
              <a:rPr lang="en-US" sz="2400" dirty="0">
                <a:ea typeface="Helvetica Neue" panose="02000503000000020004" pitchFamily="2" charset="0"/>
                <a:cs typeface="Helvetica Neue" panose="02000503000000020004" pitchFamily="2" charset="0"/>
              </a:rPr>
              <a:t>will</a:t>
            </a:r>
            <a:r>
              <a:rPr lang="en-US" sz="2400" dirty="0">
                <a:ea typeface="Helvetica Neue Light" panose="02000403000000020004" pitchFamily="2" charset="0"/>
              </a:rPr>
              <a:t> build the practical electrical knowledge needed to troubleshoot and service gaming equipment safely. </a:t>
            </a:r>
          </a:p>
          <a:p>
            <a:endParaRPr lang="en-US" sz="2400" dirty="0">
              <a:ea typeface="Helvetica Neue Light" panose="02000403000000020004" pitchFamily="2" charset="0"/>
            </a:endParaRPr>
          </a:p>
          <a:p>
            <a:r>
              <a:rPr lang="en-US" sz="2400" dirty="0">
                <a:ea typeface="Helvetica Neue Light" panose="02000403000000020004" pitchFamily="2" charset="0"/>
              </a:rPr>
              <a:t>You’ll leave with:</a:t>
            </a:r>
          </a:p>
          <a:p>
            <a:pPr marL="342900" lvl="0" indent="-342900">
              <a:buFont typeface="Arial" panose="020B0604020202020204" pitchFamily="34" charset="0"/>
              <a:buChar char="•"/>
            </a:pPr>
            <a:r>
              <a:rPr lang="en-US" sz="2400" dirty="0">
                <a:ea typeface="Helvetica Neue Light" panose="02000403000000020004" pitchFamily="2" charset="0"/>
              </a:rPr>
              <a:t>A better understanding of ESD to protect equipment</a:t>
            </a:r>
          </a:p>
          <a:p>
            <a:pPr marL="342900" lvl="0" indent="-342900">
              <a:buFont typeface="Arial" panose="020B0604020202020204" pitchFamily="34" charset="0"/>
              <a:buChar char="•"/>
            </a:pPr>
            <a:r>
              <a:rPr lang="en-US" sz="2400" dirty="0">
                <a:ea typeface="Helvetica Neue Light" panose="02000403000000020004" pitchFamily="2" charset="0"/>
              </a:rPr>
              <a:t>Effective troubleshooting skills</a:t>
            </a:r>
          </a:p>
          <a:p>
            <a:pPr marL="342900" lvl="0" indent="-342900">
              <a:buFont typeface="Arial" panose="020B0604020202020204" pitchFamily="34" charset="0"/>
              <a:buChar char="•"/>
            </a:pPr>
            <a:r>
              <a:rPr lang="en-US" sz="2400" dirty="0">
                <a:ea typeface="Helvetica Neue Light" panose="02000403000000020004" pitchFamily="2" charset="0"/>
              </a:rPr>
              <a:t>Greater confidence using test equipment</a:t>
            </a:r>
          </a:p>
          <a:p>
            <a:pPr marL="342900" lvl="0" indent="-342900">
              <a:buFont typeface="Arial" panose="020B0604020202020204" pitchFamily="34" charset="0"/>
              <a:buChar char="•"/>
            </a:pPr>
            <a:r>
              <a:rPr lang="en-US" sz="2400" dirty="0">
                <a:ea typeface="Helvetica Neue Light" panose="02000403000000020004" pitchFamily="2" charset="0"/>
              </a:rPr>
              <a:t>A clear mental model of how power flows through a cabinet</a:t>
            </a:r>
          </a:p>
        </p:txBody>
      </p:sp>
      <p:pic>
        <p:nvPicPr>
          <p:cNvPr id="17" name="Picture 6"/>
          <p:cNvPicPr>
            <a:picLocks noChangeAspect="1"/>
          </p:cNvPicPr>
          <p:nvPr/>
        </p:nvPicPr>
        <p:blipFill>
          <a:blip r:embed="rId3"/>
          <a:srcRect l="260" r="9115"/>
          <a:stretch>
            <a:fillRect/>
          </a:stretch>
        </p:blipFill>
        <p:spPr>
          <a:xfrm>
            <a:off x="7401486" y="2493740"/>
            <a:ext cx="4123764" cy="3132043"/>
          </a:xfrm>
          <a:prstGeom prst="rect">
            <a:avLst/>
          </a:prstGeom>
        </p:spPr>
      </p:pic>
      <p:sp>
        <p:nvSpPr>
          <p:cNvPr id="8" name="Rectangle 7">
            <a:extLst>
              <a:ext uri="{FF2B5EF4-FFF2-40B4-BE49-F238E27FC236}">
                <a16:creationId xmlns:a16="http://schemas.microsoft.com/office/drawing/2014/main" id="{3A0F6546-3256-4998-8224-FE39993E92E3}"/>
              </a:ext>
            </a:extLst>
          </p:cNvPr>
          <p:cNvSpPr>
            <a:spLocks noGrp="1"/>
          </p:cNvSpPr>
          <p:nvPr/>
        </p:nvSpPr>
        <p:spPr>
          <a:xfrm>
            <a:off x="7849721" y="5785005"/>
            <a:ext cx="3238500" cy="704850"/>
          </a:xfrm>
          <a:prstGeom prst="rect">
            <a:avLst/>
          </a:prstGeom>
          <a:noFill/>
          <a:ln w="0">
            <a:noFill/>
            <a:prstDash val="solid"/>
          </a:ln>
        </p:spPr>
        <p:txBody>
          <a:bodyPr wrap="square" lIns="0" tIns="0" rIns="0" bIns="0" anchor="t">
            <a:normAutofit/>
          </a:bodyPr>
          <a:lstStyle/>
          <a:p>
            <a:pPr algn="ctr">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It is technician-level knowledge applied to the equipment we see every day.</a:t>
            </a:r>
          </a:p>
        </p:txBody>
      </p:sp>
      <p:sp>
        <p:nvSpPr>
          <p:cNvPr id="6" name="Straight Connector 5">
            <a:extLst>
              <a:ext uri="{FF2B5EF4-FFF2-40B4-BE49-F238E27FC236}">
                <a16:creationId xmlns:a16="http://schemas.microsoft.com/office/drawing/2014/main" id="{535575C2-58F6-8565-88C5-4C6B6FB1A726}"/>
              </a:ext>
            </a:extLst>
          </p:cNvPr>
          <p:cNvSpPr>
            <a:spLocks noGrp="1"/>
          </p:cNvSpPr>
          <p:nvPr/>
        </p:nvSpPr>
        <p:spPr>
          <a:xfrm>
            <a:off x="400050" y="1968773"/>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89411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99861-61DD-DF1B-3F8D-54861DB5E3F6}"/>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363193B-7D92-D0D4-A5A7-CCAB1B31D1CA}"/>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buNone/>
              <a:defRPr sz="1100" b="1" cap="all">
                <a:solidFill>
                  <a:srgbClr val="03699B"/>
                </a:solidFill>
                <a:latin typeface="Helvetica Neue"/>
                <a:ea typeface="Helvetica Neue"/>
                <a:cs typeface="Helvetica Neue"/>
              </a:defRPr>
            </a:pPr>
            <a:r>
              <a:rPr lang="en-US" sz="1100" b="1" cap="all" dirty="0">
                <a:solidFill>
                  <a:srgbClr val="03699B"/>
                </a:solidFill>
                <a:latin typeface="Helvetica Neue"/>
                <a:ea typeface="Helvetica Neue"/>
                <a:cs typeface="Helvetica Neue"/>
              </a:rPr>
              <a:t>01 • INTRODUCTION - </a:t>
            </a:r>
            <a:r>
              <a:rPr cap="all" dirty="0"/>
              <a:t>OUTCOMES</a:t>
            </a:r>
          </a:p>
        </p:txBody>
      </p:sp>
      <p:sp>
        <p:nvSpPr>
          <p:cNvPr id="2" name="Rectangle 1">
            <a:extLst>
              <a:ext uri="{FF2B5EF4-FFF2-40B4-BE49-F238E27FC236}">
                <a16:creationId xmlns:a16="http://schemas.microsoft.com/office/drawing/2014/main" id="{3079A4D0-FC5A-4864-BCC8-530A213203B4}"/>
              </a:ext>
            </a:extLst>
          </p:cNvPr>
          <p:cNvSpPr>
            <a:spLocks noGrp="1"/>
          </p:cNvSpPr>
          <p:nvPr/>
        </p:nvSpPr>
        <p:spPr>
          <a:xfrm>
            <a:off x="400050" y="571500"/>
            <a:ext cx="11391900" cy="647700"/>
          </a:xfrm>
          <a:prstGeom prst="rect">
            <a:avLst/>
          </a:prstGeom>
          <a:noFill/>
          <a:ln w="0">
            <a:noFill/>
            <a:prstDash val="solid"/>
          </a:ln>
        </p:spPr>
        <p:txBody>
          <a:bodyPr wrap="square" lIns="0" tIns="0" rIns="0" bIns="0" anchor="t">
            <a:noAutofit/>
          </a:bodyPr>
          <a:lstStyle/>
          <a:p>
            <a:pPr>
              <a:defRPr sz="2850" b="1">
                <a:solidFill>
                  <a:srgbClr val="0B0B0B"/>
                </a:solidFill>
                <a:latin typeface="Helvetica Neue"/>
                <a:ea typeface="Helvetica Neue"/>
                <a:cs typeface="Helvetica Neue"/>
              </a:defRPr>
            </a:pPr>
            <a:r>
              <a:rPr lang="en-US" sz="2850" b="1" dirty="0">
                <a:solidFill>
                  <a:srgbClr val="0B0B0B"/>
                </a:solidFill>
                <a:latin typeface="Helvetica Neue"/>
              </a:rPr>
              <a:t>By the end, you'll be able to work the problem—not guess at it</a:t>
            </a:r>
            <a:endParaRPr sz="2850" b="1" dirty="0">
              <a:solidFill>
                <a:srgbClr val="0B0B0B"/>
              </a:solidFill>
              <a:latin typeface="Helvetica Neue"/>
              <a:ea typeface="Helvetica Neue"/>
              <a:cs typeface="Helvetica Neue"/>
            </a:endParaRPr>
          </a:p>
        </p:txBody>
      </p:sp>
      <p:sp>
        <p:nvSpPr>
          <p:cNvPr id="5" name="Rectangle 4">
            <a:extLst>
              <a:ext uri="{FF2B5EF4-FFF2-40B4-BE49-F238E27FC236}">
                <a16:creationId xmlns:a16="http://schemas.microsoft.com/office/drawing/2014/main" id="{2D622FC6-D9DF-1D4C-3EC2-6DD5174B3CE6}"/>
              </a:ext>
            </a:extLst>
          </p:cNvPr>
          <p:cNvSpPr>
            <a:spLocks noGrp="1"/>
          </p:cNvSpPr>
          <p:nvPr/>
        </p:nvSpPr>
        <p:spPr>
          <a:xfrm>
            <a:off x="457200" y="1790700"/>
            <a:ext cx="552450" cy="323850"/>
          </a:xfrm>
          <a:prstGeom prst="rect">
            <a:avLst/>
          </a:prstGeom>
          <a:noFill/>
          <a:ln w="0">
            <a:noFill/>
            <a:prstDash val="solid"/>
          </a:ln>
        </p:spPr>
        <p:txBody>
          <a:bodyPr wrap="square" lIns="0" tIns="0" rIns="0" bIns="0" anchor="t">
            <a:noAutofit/>
          </a:bodyPr>
          <a:lstStyle/>
          <a:p>
            <a:pPr algn="l">
              <a:buNone/>
              <a:defRPr sz="1650" b="1">
                <a:solidFill>
                  <a:srgbClr val="03699B"/>
                </a:solidFill>
                <a:latin typeface="Helvetica Neue"/>
                <a:ea typeface="Helvetica Neue"/>
                <a:cs typeface="Helvetica Neue"/>
              </a:defRPr>
            </a:pPr>
            <a:r>
              <a:rPr sz="1650" b="1">
                <a:solidFill>
                  <a:srgbClr val="03699B"/>
                </a:solidFill>
                <a:latin typeface="Helvetica Neue"/>
                <a:ea typeface="Helvetica Neue"/>
                <a:cs typeface="Helvetica Neue"/>
              </a:rPr>
              <a:t>01</a:t>
            </a:r>
          </a:p>
        </p:txBody>
      </p:sp>
      <p:sp>
        <p:nvSpPr>
          <p:cNvPr id="6" name="Straight Connector 5">
            <a:extLst>
              <a:ext uri="{FF2B5EF4-FFF2-40B4-BE49-F238E27FC236}">
                <a16:creationId xmlns:a16="http://schemas.microsoft.com/office/drawing/2014/main" id="{D8FF3AEF-AF15-FA6F-8798-EC0AE0ABC8D4}"/>
              </a:ext>
            </a:extLst>
          </p:cNvPr>
          <p:cNvSpPr>
            <a:spLocks noGrp="1"/>
          </p:cNvSpPr>
          <p:nvPr/>
        </p:nvSpPr>
        <p:spPr>
          <a:xfrm>
            <a:off x="1104900" y="2066925"/>
            <a:ext cx="685800" cy="0"/>
          </a:xfrm>
          <a:prstGeom prst="line">
            <a:avLst/>
          </a:prstGeom>
          <a:noFill/>
          <a:ln w="28575">
            <a:solidFill>
              <a:srgbClr val="03699B"/>
            </a:solidFill>
            <a:prstDash val="solid"/>
          </a:ln>
        </p:spPr>
        <p:txBody>
          <a:bodyPr/>
          <a:lstStyle/>
          <a:p>
            <a:endParaRPr/>
          </a:p>
        </p:txBody>
      </p:sp>
      <p:sp>
        <p:nvSpPr>
          <p:cNvPr id="7" name="Rectangle 6">
            <a:extLst>
              <a:ext uri="{FF2B5EF4-FFF2-40B4-BE49-F238E27FC236}">
                <a16:creationId xmlns:a16="http://schemas.microsoft.com/office/drawing/2014/main" id="{B86EC5F7-8281-5BCB-5F32-654C3B60798E}"/>
              </a:ext>
            </a:extLst>
          </p:cNvPr>
          <p:cNvSpPr>
            <a:spLocks noGrp="1"/>
          </p:cNvSpPr>
          <p:nvPr/>
        </p:nvSpPr>
        <p:spPr>
          <a:xfrm>
            <a:off x="2019300" y="1771650"/>
            <a:ext cx="1619250" cy="323850"/>
          </a:xfrm>
          <a:prstGeom prst="rect">
            <a:avLst/>
          </a:prstGeom>
          <a:noFill/>
          <a:ln w="0">
            <a:noFill/>
            <a:prstDash val="solid"/>
          </a:ln>
        </p:spPr>
        <p:txBody>
          <a:bodyPr wrap="square" lIns="0" tIns="0" rIns="0" bIns="0" anchor="t">
            <a:noAutofit/>
          </a:bodyPr>
          <a:lstStyle/>
          <a:p>
            <a:pPr algn="l">
              <a:buNone/>
              <a:defRPr sz="1800" b="1">
                <a:solidFill>
                  <a:srgbClr val="0B0B0B"/>
                </a:solidFill>
                <a:latin typeface="Helvetica Neue"/>
                <a:ea typeface="Helvetica Neue"/>
                <a:cs typeface="Helvetica Neue"/>
              </a:defRPr>
            </a:pPr>
            <a:r>
              <a:rPr sz="1800" b="1">
                <a:solidFill>
                  <a:srgbClr val="0B0B0B"/>
                </a:solidFill>
                <a:latin typeface="Helvetica Neue"/>
                <a:ea typeface="Helvetica Neue"/>
                <a:cs typeface="Helvetica Neue"/>
              </a:rPr>
              <a:t>Recognize</a:t>
            </a:r>
          </a:p>
        </p:txBody>
      </p:sp>
      <p:sp>
        <p:nvSpPr>
          <p:cNvPr id="8" name="Rectangle 7">
            <a:extLst>
              <a:ext uri="{FF2B5EF4-FFF2-40B4-BE49-F238E27FC236}">
                <a16:creationId xmlns:a16="http://schemas.microsoft.com/office/drawing/2014/main" id="{799C9119-791B-D56E-9988-4329F246625E}"/>
              </a:ext>
            </a:extLst>
          </p:cNvPr>
          <p:cNvSpPr>
            <a:spLocks noGrp="1"/>
          </p:cNvSpPr>
          <p:nvPr/>
        </p:nvSpPr>
        <p:spPr>
          <a:xfrm>
            <a:off x="3905250" y="1790700"/>
            <a:ext cx="6429375" cy="323850"/>
          </a:xfrm>
          <a:prstGeom prst="rect">
            <a:avLst/>
          </a:prstGeom>
          <a:noFill/>
          <a:ln w="0">
            <a:noFill/>
            <a:prstDash val="solid"/>
          </a:ln>
        </p:spPr>
        <p:txBody>
          <a:bodyPr wrap="square" lIns="0" tIns="0" rIns="0" bIns="0" anchor="t">
            <a:noAutofit/>
          </a:bodyPr>
          <a:lstStyle/>
          <a:p>
            <a:pPr algn="l">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Electrical hazards and ESD risks inside a cabinet</a:t>
            </a:r>
          </a:p>
        </p:txBody>
      </p:sp>
      <p:sp>
        <p:nvSpPr>
          <p:cNvPr id="9" name="Rectangle 8">
            <a:extLst>
              <a:ext uri="{FF2B5EF4-FFF2-40B4-BE49-F238E27FC236}">
                <a16:creationId xmlns:a16="http://schemas.microsoft.com/office/drawing/2014/main" id="{3825449A-BDA4-46D3-A09F-B9B51D7E8AB9}"/>
              </a:ext>
            </a:extLst>
          </p:cNvPr>
          <p:cNvSpPr>
            <a:spLocks noGrp="1"/>
          </p:cNvSpPr>
          <p:nvPr/>
        </p:nvSpPr>
        <p:spPr>
          <a:xfrm>
            <a:off x="457200" y="2581275"/>
            <a:ext cx="552450" cy="323850"/>
          </a:xfrm>
          <a:prstGeom prst="rect">
            <a:avLst/>
          </a:prstGeom>
          <a:noFill/>
          <a:ln w="0">
            <a:noFill/>
            <a:prstDash val="solid"/>
          </a:ln>
        </p:spPr>
        <p:txBody>
          <a:bodyPr wrap="square" lIns="0" tIns="0" rIns="0" bIns="0" anchor="t">
            <a:noAutofit/>
          </a:bodyPr>
          <a:lstStyle/>
          <a:p>
            <a:pPr algn="l">
              <a:buNone/>
              <a:defRPr sz="1650" b="1">
                <a:solidFill>
                  <a:srgbClr val="03699B"/>
                </a:solidFill>
                <a:latin typeface="Helvetica Neue"/>
                <a:ea typeface="Helvetica Neue"/>
                <a:cs typeface="Helvetica Neue"/>
              </a:defRPr>
            </a:pPr>
            <a:r>
              <a:rPr sz="1650" b="1">
                <a:solidFill>
                  <a:srgbClr val="03699B"/>
                </a:solidFill>
                <a:latin typeface="Helvetica Neue"/>
                <a:ea typeface="Helvetica Neue"/>
                <a:cs typeface="Helvetica Neue"/>
              </a:rPr>
              <a:t>02</a:t>
            </a:r>
          </a:p>
        </p:txBody>
      </p:sp>
      <p:sp>
        <p:nvSpPr>
          <p:cNvPr id="10" name="Straight Connector 9">
            <a:extLst>
              <a:ext uri="{FF2B5EF4-FFF2-40B4-BE49-F238E27FC236}">
                <a16:creationId xmlns:a16="http://schemas.microsoft.com/office/drawing/2014/main" id="{0C3BD30B-ED67-74E3-C95F-0FCBBBCEB589}"/>
              </a:ext>
            </a:extLst>
          </p:cNvPr>
          <p:cNvSpPr>
            <a:spLocks noGrp="1"/>
          </p:cNvSpPr>
          <p:nvPr/>
        </p:nvSpPr>
        <p:spPr>
          <a:xfrm>
            <a:off x="1104900" y="2857500"/>
            <a:ext cx="685800" cy="0"/>
          </a:xfrm>
          <a:prstGeom prst="line">
            <a:avLst/>
          </a:prstGeom>
          <a:noFill/>
          <a:ln w="28575">
            <a:solidFill>
              <a:srgbClr val="03699B"/>
            </a:solidFill>
            <a:prstDash val="solid"/>
          </a:ln>
        </p:spPr>
        <p:txBody>
          <a:bodyPr/>
          <a:lstStyle/>
          <a:p>
            <a:endParaRPr/>
          </a:p>
        </p:txBody>
      </p:sp>
      <p:sp>
        <p:nvSpPr>
          <p:cNvPr id="11" name="Rectangle 10">
            <a:extLst>
              <a:ext uri="{FF2B5EF4-FFF2-40B4-BE49-F238E27FC236}">
                <a16:creationId xmlns:a16="http://schemas.microsoft.com/office/drawing/2014/main" id="{10AA1044-436C-C7EB-BE89-4D0CAE291AFA}"/>
              </a:ext>
            </a:extLst>
          </p:cNvPr>
          <p:cNvSpPr>
            <a:spLocks noGrp="1"/>
          </p:cNvSpPr>
          <p:nvPr/>
        </p:nvSpPr>
        <p:spPr>
          <a:xfrm>
            <a:off x="2019300" y="2562225"/>
            <a:ext cx="1619250" cy="323850"/>
          </a:xfrm>
          <a:prstGeom prst="rect">
            <a:avLst/>
          </a:prstGeom>
          <a:noFill/>
          <a:ln w="0">
            <a:noFill/>
            <a:prstDash val="solid"/>
          </a:ln>
        </p:spPr>
        <p:txBody>
          <a:bodyPr wrap="square" lIns="0" tIns="0" rIns="0" bIns="0" anchor="t">
            <a:noAutofit/>
          </a:bodyPr>
          <a:lstStyle/>
          <a:p>
            <a:pPr algn="l">
              <a:buNone/>
              <a:defRPr sz="1800" b="1">
                <a:solidFill>
                  <a:srgbClr val="0B0B0B"/>
                </a:solidFill>
                <a:latin typeface="Helvetica Neue"/>
                <a:ea typeface="Helvetica Neue"/>
                <a:cs typeface="Helvetica Neue"/>
              </a:defRPr>
            </a:pPr>
            <a:r>
              <a:rPr sz="1800" b="1">
                <a:solidFill>
                  <a:srgbClr val="0B0B0B"/>
                </a:solidFill>
                <a:latin typeface="Helvetica Neue"/>
                <a:ea typeface="Helvetica Neue"/>
                <a:cs typeface="Helvetica Neue"/>
              </a:rPr>
              <a:t>Explain</a:t>
            </a:r>
          </a:p>
        </p:txBody>
      </p:sp>
      <p:sp>
        <p:nvSpPr>
          <p:cNvPr id="12" name="Rectangle 11">
            <a:extLst>
              <a:ext uri="{FF2B5EF4-FFF2-40B4-BE49-F238E27FC236}">
                <a16:creationId xmlns:a16="http://schemas.microsoft.com/office/drawing/2014/main" id="{88BDF337-AC53-83DB-D97E-62599C094820}"/>
              </a:ext>
            </a:extLst>
          </p:cNvPr>
          <p:cNvSpPr>
            <a:spLocks noGrp="1"/>
          </p:cNvSpPr>
          <p:nvPr/>
        </p:nvSpPr>
        <p:spPr>
          <a:xfrm>
            <a:off x="3905250" y="2581275"/>
            <a:ext cx="6429375" cy="323850"/>
          </a:xfrm>
          <a:prstGeom prst="rect">
            <a:avLst/>
          </a:prstGeom>
          <a:noFill/>
          <a:ln w="0">
            <a:noFill/>
            <a:prstDash val="solid"/>
          </a:ln>
        </p:spPr>
        <p:txBody>
          <a:bodyPr wrap="square" lIns="0" tIns="0" rIns="0" bIns="0" anchor="t">
            <a:noAutofit/>
          </a:bodyPr>
          <a:lstStyle/>
          <a:p>
            <a:pPr algn="l">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AC vs. DC and where each appears</a:t>
            </a:r>
          </a:p>
        </p:txBody>
      </p:sp>
      <p:sp>
        <p:nvSpPr>
          <p:cNvPr id="13" name="Rectangle 12">
            <a:extLst>
              <a:ext uri="{FF2B5EF4-FFF2-40B4-BE49-F238E27FC236}">
                <a16:creationId xmlns:a16="http://schemas.microsoft.com/office/drawing/2014/main" id="{01829B64-1FC8-88EC-729F-53B8F92EFE4A}"/>
              </a:ext>
            </a:extLst>
          </p:cNvPr>
          <p:cNvSpPr>
            <a:spLocks noGrp="1"/>
          </p:cNvSpPr>
          <p:nvPr/>
        </p:nvSpPr>
        <p:spPr>
          <a:xfrm>
            <a:off x="457200" y="3371850"/>
            <a:ext cx="552450" cy="323850"/>
          </a:xfrm>
          <a:prstGeom prst="rect">
            <a:avLst/>
          </a:prstGeom>
          <a:noFill/>
          <a:ln w="0">
            <a:noFill/>
            <a:prstDash val="solid"/>
          </a:ln>
        </p:spPr>
        <p:txBody>
          <a:bodyPr wrap="square" lIns="0" tIns="0" rIns="0" bIns="0" anchor="t">
            <a:noAutofit/>
          </a:bodyPr>
          <a:lstStyle/>
          <a:p>
            <a:pPr algn="l">
              <a:buNone/>
              <a:defRPr sz="1650" b="1">
                <a:solidFill>
                  <a:srgbClr val="03699B"/>
                </a:solidFill>
                <a:latin typeface="Helvetica Neue"/>
                <a:ea typeface="Helvetica Neue"/>
                <a:cs typeface="Helvetica Neue"/>
              </a:defRPr>
            </a:pPr>
            <a:r>
              <a:rPr sz="1650" b="1">
                <a:solidFill>
                  <a:srgbClr val="03699B"/>
                </a:solidFill>
                <a:latin typeface="Helvetica Neue"/>
                <a:ea typeface="Helvetica Neue"/>
                <a:cs typeface="Helvetica Neue"/>
              </a:rPr>
              <a:t>03</a:t>
            </a:r>
          </a:p>
        </p:txBody>
      </p:sp>
      <p:sp>
        <p:nvSpPr>
          <p:cNvPr id="14" name="Straight Connector 13">
            <a:extLst>
              <a:ext uri="{FF2B5EF4-FFF2-40B4-BE49-F238E27FC236}">
                <a16:creationId xmlns:a16="http://schemas.microsoft.com/office/drawing/2014/main" id="{762E28BB-2DA8-8076-53BB-D44384BFCB12}"/>
              </a:ext>
            </a:extLst>
          </p:cNvPr>
          <p:cNvSpPr>
            <a:spLocks noGrp="1"/>
          </p:cNvSpPr>
          <p:nvPr/>
        </p:nvSpPr>
        <p:spPr>
          <a:xfrm>
            <a:off x="1104900" y="3648075"/>
            <a:ext cx="685800" cy="0"/>
          </a:xfrm>
          <a:prstGeom prst="line">
            <a:avLst/>
          </a:prstGeom>
          <a:noFill/>
          <a:ln w="28575">
            <a:solidFill>
              <a:srgbClr val="03699B"/>
            </a:solidFill>
            <a:prstDash val="solid"/>
          </a:ln>
        </p:spPr>
        <p:txBody>
          <a:bodyPr/>
          <a:lstStyle/>
          <a:p>
            <a:endParaRPr/>
          </a:p>
        </p:txBody>
      </p:sp>
      <p:sp>
        <p:nvSpPr>
          <p:cNvPr id="15" name="Rectangle 14">
            <a:extLst>
              <a:ext uri="{FF2B5EF4-FFF2-40B4-BE49-F238E27FC236}">
                <a16:creationId xmlns:a16="http://schemas.microsoft.com/office/drawing/2014/main" id="{D3437A51-10E7-701A-4F8D-4E61171B1844}"/>
              </a:ext>
            </a:extLst>
          </p:cNvPr>
          <p:cNvSpPr>
            <a:spLocks noGrp="1"/>
          </p:cNvSpPr>
          <p:nvPr/>
        </p:nvSpPr>
        <p:spPr>
          <a:xfrm>
            <a:off x="2019300" y="3352800"/>
            <a:ext cx="1619250" cy="323850"/>
          </a:xfrm>
          <a:prstGeom prst="rect">
            <a:avLst/>
          </a:prstGeom>
          <a:noFill/>
          <a:ln w="0">
            <a:noFill/>
            <a:prstDash val="solid"/>
          </a:ln>
        </p:spPr>
        <p:txBody>
          <a:bodyPr wrap="square" lIns="0" tIns="0" rIns="0" bIns="0" anchor="t">
            <a:noAutofit/>
          </a:bodyPr>
          <a:lstStyle/>
          <a:p>
            <a:pPr algn="l">
              <a:buNone/>
              <a:defRPr sz="1800" b="1">
                <a:solidFill>
                  <a:srgbClr val="0B0B0B"/>
                </a:solidFill>
                <a:latin typeface="Helvetica Neue"/>
                <a:ea typeface="Helvetica Neue"/>
                <a:cs typeface="Helvetica Neue"/>
              </a:defRPr>
            </a:pPr>
            <a:r>
              <a:rPr sz="1800" b="1">
                <a:solidFill>
                  <a:srgbClr val="0B0B0B"/>
                </a:solidFill>
                <a:latin typeface="Helvetica Neue"/>
                <a:ea typeface="Helvetica Neue"/>
                <a:cs typeface="Helvetica Neue"/>
              </a:rPr>
              <a:t>Measure</a:t>
            </a:r>
          </a:p>
        </p:txBody>
      </p:sp>
      <p:sp>
        <p:nvSpPr>
          <p:cNvPr id="16" name="Rectangle 15">
            <a:extLst>
              <a:ext uri="{FF2B5EF4-FFF2-40B4-BE49-F238E27FC236}">
                <a16:creationId xmlns:a16="http://schemas.microsoft.com/office/drawing/2014/main" id="{05859168-A927-FF35-758A-6143ACADE160}"/>
              </a:ext>
            </a:extLst>
          </p:cNvPr>
          <p:cNvSpPr>
            <a:spLocks noGrp="1"/>
          </p:cNvSpPr>
          <p:nvPr/>
        </p:nvSpPr>
        <p:spPr>
          <a:xfrm>
            <a:off x="3905250" y="3371850"/>
            <a:ext cx="6429375" cy="323850"/>
          </a:xfrm>
          <a:prstGeom prst="rect">
            <a:avLst/>
          </a:prstGeom>
          <a:noFill/>
          <a:ln w="0">
            <a:noFill/>
            <a:prstDash val="solid"/>
          </a:ln>
        </p:spPr>
        <p:txBody>
          <a:bodyPr wrap="square" lIns="0" tIns="0" rIns="0" bIns="0" anchor="t">
            <a:noAutofit/>
          </a:bodyPr>
          <a:lstStyle/>
          <a:p>
            <a:pPr algn="l">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Voltage, resistance, continuity, and batteries safely</a:t>
            </a:r>
          </a:p>
        </p:txBody>
      </p:sp>
      <p:sp>
        <p:nvSpPr>
          <p:cNvPr id="17" name="Rectangle 16">
            <a:extLst>
              <a:ext uri="{FF2B5EF4-FFF2-40B4-BE49-F238E27FC236}">
                <a16:creationId xmlns:a16="http://schemas.microsoft.com/office/drawing/2014/main" id="{F94C8A3E-99BE-25BF-72B6-727074460AFA}"/>
              </a:ext>
            </a:extLst>
          </p:cNvPr>
          <p:cNvSpPr>
            <a:spLocks noGrp="1"/>
          </p:cNvSpPr>
          <p:nvPr/>
        </p:nvSpPr>
        <p:spPr>
          <a:xfrm>
            <a:off x="457200" y="4162425"/>
            <a:ext cx="552450" cy="323850"/>
          </a:xfrm>
          <a:prstGeom prst="rect">
            <a:avLst/>
          </a:prstGeom>
          <a:noFill/>
          <a:ln w="0">
            <a:noFill/>
            <a:prstDash val="solid"/>
          </a:ln>
        </p:spPr>
        <p:txBody>
          <a:bodyPr wrap="square" lIns="0" tIns="0" rIns="0" bIns="0" anchor="t">
            <a:noAutofit/>
          </a:bodyPr>
          <a:lstStyle/>
          <a:p>
            <a:pPr algn="l">
              <a:buNone/>
              <a:defRPr sz="1650" b="1">
                <a:solidFill>
                  <a:srgbClr val="03699B"/>
                </a:solidFill>
                <a:latin typeface="Helvetica Neue"/>
                <a:ea typeface="Helvetica Neue"/>
                <a:cs typeface="Helvetica Neue"/>
              </a:defRPr>
            </a:pPr>
            <a:r>
              <a:rPr sz="1650" b="1">
                <a:solidFill>
                  <a:srgbClr val="03699B"/>
                </a:solidFill>
                <a:latin typeface="Helvetica Neue"/>
                <a:ea typeface="Helvetica Neue"/>
                <a:cs typeface="Helvetica Neue"/>
              </a:rPr>
              <a:t>04</a:t>
            </a:r>
          </a:p>
        </p:txBody>
      </p:sp>
      <p:sp>
        <p:nvSpPr>
          <p:cNvPr id="18" name="Straight Connector 17">
            <a:extLst>
              <a:ext uri="{FF2B5EF4-FFF2-40B4-BE49-F238E27FC236}">
                <a16:creationId xmlns:a16="http://schemas.microsoft.com/office/drawing/2014/main" id="{AD3889C1-78C9-647B-CB3B-8B2DACE502B5}"/>
              </a:ext>
            </a:extLst>
          </p:cNvPr>
          <p:cNvSpPr>
            <a:spLocks noGrp="1"/>
          </p:cNvSpPr>
          <p:nvPr/>
        </p:nvSpPr>
        <p:spPr>
          <a:xfrm>
            <a:off x="1104900" y="4438650"/>
            <a:ext cx="685800" cy="0"/>
          </a:xfrm>
          <a:prstGeom prst="line">
            <a:avLst/>
          </a:prstGeom>
          <a:noFill/>
          <a:ln w="28575">
            <a:solidFill>
              <a:srgbClr val="03699B"/>
            </a:solidFill>
            <a:prstDash val="solid"/>
          </a:ln>
        </p:spPr>
        <p:txBody>
          <a:bodyPr/>
          <a:lstStyle/>
          <a:p>
            <a:endParaRPr/>
          </a:p>
        </p:txBody>
      </p:sp>
      <p:sp>
        <p:nvSpPr>
          <p:cNvPr id="19" name="Rectangle 18">
            <a:extLst>
              <a:ext uri="{FF2B5EF4-FFF2-40B4-BE49-F238E27FC236}">
                <a16:creationId xmlns:a16="http://schemas.microsoft.com/office/drawing/2014/main" id="{26BABA00-FD51-3035-D154-971C5D2D643D}"/>
              </a:ext>
            </a:extLst>
          </p:cNvPr>
          <p:cNvSpPr>
            <a:spLocks noGrp="1"/>
          </p:cNvSpPr>
          <p:nvPr/>
        </p:nvSpPr>
        <p:spPr>
          <a:xfrm>
            <a:off x="2019300" y="4143375"/>
            <a:ext cx="1619250" cy="323850"/>
          </a:xfrm>
          <a:prstGeom prst="rect">
            <a:avLst/>
          </a:prstGeom>
          <a:noFill/>
          <a:ln w="0">
            <a:noFill/>
            <a:prstDash val="solid"/>
          </a:ln>
        </p:spPr>
        <p:txBody>
          <a:bodyPr wrap="square" lIns="0" tIns="0" rIns="0" bIns="0" anchor="t">
            <a:noAutofit/>
          </a:bodyPr>
          <a:lstStyle/>
          <a:p>
            <a:pPr algn="l">
              <a:buNone/>
              <a:defRPr sz="1800" b="1">
                <a:solidFill>
                  <a:srgbClr val="0B0B0B"/>
                </a:solidFill>
                <a:latin typeface="Helvetica Neue"/>
                <a:ea typeface="Helvetica Neue"/>
                <a:cs typeface="Helvetica Neue"/>
              </a:defRPr>
            </a:pPr>
            <a:r>
              <a:rPr sz="1800" b="1">
                <a:solidFill>
                  <a:srgbClr val="0B0B0B"/>
                </a:solidFill>
                <a:latin typeface="Helvetica Neue"/>
                <a:ea typeface="Helvetica Neue"/>
                <a:cs typeface="Helvetica Neue"/>
              </a:rPr>
              <a:t>Trace</a:t>
            </a:r>
          </a:p>
        </p:txBody>
      </p:sp>
      <p:sp>
        <p:nvSpPr>
          <p:cNvPr id="20" name="Rectangle 19">
            <a:extLst>
              <a:ext uri="{FF2B5EF4-FFF2-40B4-BE49-F238E27FC236}">
                <a16:creationId xmlns:a16="http://schemas.microsoft.com/office/drawing/2014/main" id="{083749F7-BDD1-39BF-BA55-0B7DAF90BBE0}"/>
              </a:ext>
            </a:extLst>
          </p:cNvPr>
          <p:cNvSpPr>
            <a:spLocks noGrp="1"/>
          </p:cNvSpPr>
          <p:nvPr/>
        </p:nvSpPr>
        <p:spPr>
          <a:xfrm>
            <a:off x="3905250" y="4162425"/>
            <a:ext cx="6429375" cy="323850"/>
          </a:xfrm>
          <a:prstGeom prst="rect">
            <a:avLst/>
          </a:prstGeom>
          <a:noFill/>
          <a:ln w="0">
            <a:noFill/>
            <a:prstDash val="solid"/>
          </a:ln>
        </p:spPr>
        <p:txBody>
          <a:bodyPr wrap="square" lIns="0" tIns="0" rIns="0" bIns="0" anchor="t">
            <a:noAutofit/>
          </a:bodyPr>
          <a:lstStyle/>
          <a:p>
            <a:pPr algn="l">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A circuit using diagrams, connectors, colors, and test points</a:t>
            </a:r>
          </a:p>
        </p:txBody>
      </p:sp>
      <p:pic>
        <p:nvPicPr>
          <p:cNvPr id="30" name="Graphic 29" descr="Checkmark with solid fill">
            <a:extLst>
              <a:ext uri="{FF2B5EF4-FFF2-40B4-BE49-F238E27FC236}">
                <a16:creationId xmlns:a16="http://schemas.microsoft.com/office/drawing/2014/main" id="{5A5CF2C7-3BD2-F982-F092-CCA2106A43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7275" y="1371600"/>
            <a:ext cx="762000" cy="762000"/>
          </a:xfrm>
          <a:prstGeom prst="rect">
            <a:avLst/>
          </a:prstGeom>
        </p:spPr>
      </p:pic>
      <p:pic>
        <p:nvPicPr>
          <p:cNvPr id="31" name="Graphic 30" descr="Checkmark with solid fill">
            <a:extLst>
              <a:ext uri="{FF2B5EF4-FFF2-40B4-BE49-F238E27FC236}">
                <a16:creationId xmlns:a16="http://schemas.microsoft.com/office/drawing/2014/main" id="{26B0A5CF-B992-DC81-7861-1590E1598D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7275" y="2174488"/>
            <a:ext cx="762000" cy="762000"/>
          </a:xfrm>
          <a:prstGeom prst="rect">
            <a:avLst/>
          </a:prstGeom>
        </p:spPr>
      </p:pic>
      <p:pic>
        <p:nvPicPr>
          <p:cNvPr id="32" name="Graphic 31" descr="Checkmark with solid fill">
            <a:extLst>
              <a:ext uri="{FF2B5EF4-FFF2-40B4-BE49-F238E27FC236}">
                <a16:creationId xmlns:a16="http://schemas.microsoft.com/office/drawing/2014/main" id="{D5821B58-0A46-0F03-BB44-E939015B03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7275" y="2943922"/>
            <a:ext cx="762000" cy="762000"/>
          </a:xfrm>
          <a:prstGeom prst="rect">
            <a:avLst/>
          </a:prstGeom>
        </p:spPr>
      </p:pic>
      <p:pic>
        <p:nvPicPr>
          <p:cNvPr id="33" name="Graphic 32" descr="Checkmark with solid fill">
            <a:extLst>
              <a:ext uri="{FF2B5EF4-FFF2-40B4-BE49-F238E27FC236}">
                <a16:creationId xmlns:a16="http://schemas.microsoft.com/office/drawing/2014/main" id="{AFF34B43-A8E1-F54F-204C-6A5FE7452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7275" y="3735659"/>
            <a:ext cx="762000" cy="762000"/>
          </a:xfrm>
          <a:prstGeom prst="rect">
            <a:avLst/>
          </a:prstGeom>
        </p:spPr>
      </p:pic>
      <p:sp>
        <p:nvSpPr>
          <p:cNvPr id="37" name="Oval 36">
            <a:extLst>
              <a:ext uri="{FF2B5EF4-FFF2-40B4-BE49-F238E27FC236}">
                <a16:creationId xmlns:a16="http://schemas.microsoft.com/office/drawing/2014/main" id="{63E1C675-D440-FAC2-5E4C-394BFEF8556E}"/>
              </a:ext>
            </a:extLst>
          </p:cNvPr>
          <p:cNvSpPr/>
          <p:nvPr/>
        </p:nvSpPr>
        <p:spPr>
          <a:xfrm>
            <a:off x="2483708" y="5215581"/>
            <a:ext cx="1070919" cy="1070919"/>
          </a:xfrm>
          <a:prstGeom prst="ellipse">
            <a:avLst/>
          </a:prstGeom>
          <a:solidFill>
            <a:srgbClr val="2C5A8C"/>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Graphic 38" descr="Eye with solid fill">
            <a:extLst>
              <a:ext uri="{FF2B5EF4-FFF2-40B4-BE49-F238E27FC236}">
                <a16:creationId xmlns:a16="http://schemas.microsoft.com/office/drawing/2014/main" id="{BAC80DD2-1888-BF90-94B4-6CDACE2B2C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7815" y="5304837"/>
            <a:ext cx="914400" cy="914400"/>
          </a:xfrm>
          <a:prstGeom prst="rect">
            <a:avLst/>
          </a:prstGeom>
        </p:spPr>
      </p:pic>
      <p:sp>
        <p:nvSpPr>
          <p:cNvPr id="40" name="Oval 39">
            <a:extLst>
              <a:ext uri="{FF2B5EF4-FFF2-40B4-BE49-F238E27FC236}">
                <a16:creationId xmlns:a16="http://schemas.microsoft.com/office/drawing/2014/main" id="{2D115B67-4C36-2690-3EAC-4CCE646FD259}"/>
              </a:ext>
            </a:extLst>
          </p:cNvPr>
          <p:cNvSpPr/>
          <p:nvPr/>
        </p:nvSpPr>
        <p:spPr>
          <a:xfrm>
            <a:off x="4533446" y="5215581"/>
            <a:ext cx="1070919" cy="1070919"/>
          </a:xfrm>
          <a:prstGeom prst="ellipse">
            <a:avLst/>
          </a:prstGeom>
          <a:solidFill>
            <a:srgbClr val="2C5A8C"/>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E59485D-6319-1B98-5666-58DE518EA84A}"/>
              </a:ext>
            </a:extLst>
          </p:cNvPr>
          <p:cNvSpPr/>
          <p:nvPr/>
        </p:nvSpPr>
        <p:spPr>
          <a:xfrm>
            <a:off x="6583184" y="5215581"/>
            <a:ext cx="1070919" cy="1070919"/>
          </a:xfrm>
          <a:prstGeom prst="ellipse">
            <a:avLst/>
          </a:prstGeom>
          <a:solidFill>
            <a:srgbClr val="2C5A8C"/>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78D8E1BA-339F-A0FD-8D9B-9DF81FC7AB81}"/>
              </a:ext>
            </a:extLst>
          </p:cNvPr>
          <p:cNvSpPr/>
          <p:nvPr/>
        </p:nvSpPr>
        <p:spPr>
          <a:xfrm>
            <a:off x="8632922" y="5215581"/>
            <a:ext cx="1070919" cy="1070919"/>
          </a:xfrm>
          <a:prstGeom prst="ellipse">
            <a:avLst/>
          </a:prstGeom>
          <a:solidFill>
            <a:srgbClr val="2C5A8C"/>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descr="Chat with solid fill">
            <a:extLst>
              <a:ext uri="{FF2B5EF4-FFF2-40B4-BE49-F238E27FC236}">
                <a16:creationId xmlns:a16="http://schemas.microsoft.com/office/drawing/2014/main" id="{674833F8-567A-BC3E-D58F-2E89054FCF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98258" y="5331759"/>
            <a:ext cx="914400" cy="914400"/>
          </a:xfrm>
          <a:prstGeom prst="rect">
            <a:avLst/>
          </a:prstGeom>
        </p:spPr>
      </p:pic>
      <p:pic>
        <p:nvPicPr>
          <p:cNvPr id="50" name="Graphic 49" descr="Speedometer Middle with solid fill">
            <a:extLst>
              <a:ext uri="{FF2B5EF4-FFF2-40B4-BE49-F238E27FC236}">
                <a16:creationId xmlns:a16="http://schemas.microsoft.com/office/drawing/2014/main" id="{280F6FFE-FFDC-08A3-5881-75BF1EF2CA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61443" y="5215581"/>
            <a:ext cx="914400" cy="914400"/>
          </a:xfrm>
          <a:prstGeom prst="rect">
            <a:avLst/>
          </a:prstGeom>
        </p:spPr>
      </p:pic>
      <p:pic>
        <p:nvPicPr>
          <p:cNvPr id="55" name="Graphic 54" descr="Lightbulb and pencil with solid fill">
            <a:extLst>
              <a:ext uri="{FF2B5EF4-FFF2-40B4-BE49-F238E27FC236}">
                <a16:creationId xmlns:a16="http://schemas.microsoft.com/office/drawing/2014/main" id="{E9B72B64-E8E8-E1CC-8905-F565A2CA6A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11181" y="5304865"/>
            <a:ext cx="914400" cy="914400"/>
          </a:xfrm>
          <a:prstGeom prst="rect">
            <a:avLst/>
          </a:prstGeom>
        </p:spPr>
      </p:pic>
      <p:sp>
        <p:nvSpPr>
          <p:cNvPr id="56" name="Straight Connector 55">
            <a:extLst>
              <a:ext uri="{FF2B5EF4-FFF2-40B4-BE49-F238E27FC236}">
                <a16:creationId xmlns:a16="http://schemas.microsoft.com/office/drawing/2014/main" id="{49F29B51-4690-9197-87D6-27E6F9DBBB7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78113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D02EF-327D-1AE0-C678-2D98AC2B678F}"/>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a:solidFill>
                  <a:srgbClr val="4FC3E7"/>
                </a:solidFill>
                <a:latin typeface="Helvetica Neue"/>
                <a:ea typeface="Helvetica Neue"/>
                <a:cs typeface="Helvetica Neue"/>
              </a:rPr>
              <a:t>SECTION 02</a:t>
            </a:r>
          </a:p>
          <a:p>
            <a:pPr algn="ctr">
              <a:spcAft>
                <a:spcPts val="18"/>
              </a:spcAft>
              <a:buNone/>
              <a:defRPr>
                <a:latin typeface="Helvetica Neue"/>
                <a:ea typeface="Helvetica Neue"/>
                <a:cs typeface="Helvetica Neue"/>
              </a:defRPr>
            </a:pPr>
            <a:r>
              <a:rPr sz="4800" b="1">
                <a:solidFill>
                  <a:srgbClr val="FFFFFF"/>
                </a:solidFill>
                <a:latin typeface="Helvetica Neue"/>
                <a:ea typeface="Helvetica Neue"/>
                <a:cs typeface="Helvetica Neue"/>
              </a:rPr>
              <a:t>Electrical Safety &amp; ESD</a:t>
            </a:r>
          </a:p>
          <a:p>
            <a:pPr algn="ctr">
              <a:buNone/>
              <a:defRPr>
                <a:latin typeface="Helvetica Neue"/>
                <a:ea typeface="Helvetica Neue"/>
                <a:cs typeface="Helvetica Neue"/>
              </a:defRPr>
            </a:pPr>
            <a:r>
              <a:rPr sz="2300">
                <a:solidFill>
                  <a:srgbClr val="CDECF7"/>
                </a:solidFill>
                <a:latin typeface="Helvetica Neue"/>
                <a:ea typeface="Helvetica Neue"/>
                <a:cs typeface="Helvetica Neue"/>
              </a:rPr>
              <a:t>The damage you cannot see still counts.</a:t>
            </a:r>
          </a:p>
        </p:txBody>
      </p:sp>
    </p:spTree>
    <p:extLst>
      <p:ext uri="{BB962C8B-B14F-4D97-AF65-F5344CB8AC3E}">
        <p14:creationId xmlns:p14="http://schemas.microsoft.com/office/powerpoint/2010/main" val="3787347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2D95E4-30E6-40A1-8C7E-DC0200782035}"/>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02 • ELECTROSTATIC DISCHARGE - ESD</a:t>
            </a:r>
          </a:p>
        </p:txBody>
      </p:sp>
      <p:sp>
        <p:nvSpPr>
          <p:cNvPr id="2" name="Rectangle 1">
            <a:extLst>
              <a:ext uri="{FF2B5EF4-FFF2-40B4-BE49-F238E27FC236}">
                <a16:creationId xmlns:a16="http://schemas.microsoft.com/office/drawing/2014/main" id="{119772E5-27F3-496B-AF22-E564B374E13A}"/>
              </a:ext>
            </a:extLst>
          </p:cNvPr>
          <p:cNvSpPr>
            <a:spLocks noGrp="1"/>
          </p:cNvSpPr>
          <p:nvPr/>
        </p:nvSpPr>
        <p:spPr>
          <a:xfrm>
            <a:off x="400049" y="571500"/>
            <a:ext cx="11391900" cy="647700"/>
          </a:xfrm>
          <a:prstGeom prst="rect">
            <a:avLst/>
          </a:prstGeom>
          <a:noFill/>
          <a:ln w="0">
            <a:noFill/>
            <a:prstDash val="solid"/>
          </a:ln>
        </p:spPr>
        <p:txBody>
          <a:bodyPr wrap="square" lIns="0" tIns="0" rIns="0" bIns="0" anchor="t">
            <a:noAutofit/>
          </a:bodyPr>
          <a:lstStyle/>
          <a:p>
            <a:pPr>
              <a:defRPr sz="2850" b="1">
                <a:solidFill>
                  <a:srgbClr val="0B0B0B"/>
                </a:solidFill>
                <a:latin typeface="Helvetica Neue"/>
                <a:ea typeface="Helvetica Neue"/>
                <a:cs typeface="Helvetica Neue"/>
              </a:defRPr>
            </a:pPr>
            <a:r>
              <a:rPr lang="en-US" sz="2800" dirty="0">
                <a:solidFill>
                  <a:srgbClr val="0B0B0B"/>
                </a:solidFill>
                <a:latin typeface="Helvetica Neue"/>
                <a:ea typeface="Helvetica Neue"/>
                <a:cs typeface="Helvetica Neue"/>
              </a:rPr>
              <a:t>ESD - Electrostatic Discharge – What is it?</a:t>
            </a:r>
            <a:endParaRPr sz="2800" dirty="0">
              <a:solidFill>
                <a:srgbClr val="0B0B0B"/>
              </a:solidFill>
              <a:latin typeface="Helvetica Neue"/>
              <a:ea typeface="Helvetica Neue"/>
              <a:cs typeface="Helvetica Neue"/>
            </a:endParaRPr>
          </a:p>
        </p:txBody>
      </p:sp>
      <p:sp>
        <p:nvSpPr>
          <p:cNvPr id="3" name="Straight Connector 2">
            <a:extLst>
              <a:ext uri="{FF2B5EF4-FFF2-40B4-BE49-F238E27FC236}">
                <a16:creationId xmlns:a16="http://schemas.microsoft.com/office/drawing/2014/main" id="{3BC22ED8-C713-4F0B-B896-7FEEA4EC0033}"/>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
        <p:nvSpPr>
          <p:cNvPr id="8" name="Rectangle 7">
            <a:extLst>
              <a:ext uri="{FF2B5EF4-FFF2-40B4-BE49-F238E27FC236}">
                <a16:creationId xmlns:a16="http://schemas.microsoft.com/office/drawing/2014/main" id="{3A0F6546-3256-4998-8224-FE39993E92E3}"/>
              </a:ext>
            </a:extLst>
          </p:cNvPr>
          <p:cNvSpPr>
            <a:spLocks noGrp="1"/>
          </p:cNvSpPr>
          <p:nvPr/>
        </p:nvSpPr>
        <p:spPr>
          <a:xfrm>
            <a:off x="6819006" y="4122800"/>
            <a:ext cx="3667514" cy="1457325"/>
          </a:xfrm>
          <a:prstGeom prst="rect">
            <a:avLst/>
          </a:prstGeom>
          <a:ln/>
        </p:spPr>
        <p:style>
          <a:lnRef idx="1">
            <a:schemeClr val="accent1"/>
          </a:lnRef>
          <a:fillRef idx="3">
            <a:schemeClr val="accent1"/>
          </a:fillRef>
          <a:effectRef idx="2">
            <a:schemeClr val="accent1"/>
          </a:effectRef>
          <a:fontRef idx="minor">
            <a:schemeClr val="lt1"/>
          </a:fontRef>
        </p:style>
        <p:txBody>
          <a:bodyPr wrap="square" lIns="0" tIns="0" rIns="0" bIns="0" anchor="ctr">
            <a:normAutofit/>
          </a:bodyPr>
          <a:lstStyle/>
          <a:p>
            <a:pPr algn="ctr"/>
            <a:r>
              <a:rPr lang="en-US" sz="2000" b="1" dirty="0"/>
              <a:t>The goal is simple: </a:t>
            </a:r>
            <a:br>
              <a:rPr lang="en-US" sz="2000" b="1" dirty="0"/>
            </a:br>
            <a:r>
              <a:rPr lang="en-US" sz="2000" dirty="0"/>
              <a:t>Control the charge before it reaches the electronics.</a:t>
            </a:r>
          </a:p>
        </p:txBody>
      </p:sp>
      <p:pic>
        <p:nvPicPr>
          <p:cNvPr id="7" name="Picture 6">
            <a:extLst>
              <a:ext uri="{FF2B5EF4-FFF2-40B4-BE49-F238E27FC236}">
                <a16:creationId xmlns:a16="http://schemas.microsoft.com/office/drawing/2014/main" id="{6DAB7969-0F9C-38F6-A802-912518094379}"/>
              </a:ext>
            </a:extLst>
          </p:cNvPr>
          <p:cNvPicPr>
            <a:picLocks noChangeAspect="1"/>
          </p:cNvPicPr>
          <p:nvPr/>
        </p:nvPicPr>
        <p:blipFill>
          <a:blip r:embed="rId3"/>
          <a:srcRect r="9333"/>
          <a:stretch>
            <a:fillRect/>
          </a:stretch>
        </p:blipFill>
        <p:spPr>
          <a:xfrm>
            <a:off x="2089905" y="3429000"/>
            <a:ext cx="3667514" cy="2696701"/>
          </a:xfrm>
          <a:prstGeom prst="rect">
            <a:avLst/>
          </a:prstGeom>
          <a:ln w="25400">
            <a:solidFill>
              <a:srgbClr val="2C5A8C"/>
            </a:solidFill>
          </a:ln>
        </p:spPr>
      </p:pic>
      <p:sp>
        <p:nvSpPr>
          <p:cNvPr id="4" name="Rectangle 3">
            <a:extLst>
              <a:ext uri="{FF2B5EF4-FFF2-40B4-BE49-F238E27FC236}">
                <a16:creationId xmlns:a16="http://schemas.microsoft.com/office/drawing/2014/main" id="{3F4201B5-D53C-F092-201A-11362920C3E2}"/>
              </a:ext>
            </a:extLst>
          </p:cNvPr>
          <p:cNvSpPr>
            <a:spLocks noGrp="1"/>
          </p:cNvSpPr>
          <p:nvPr/>
        </p:nvSpPr>
        <p:spPr>
          <a:xfrm>
            <a:off x="400047" y="1472959"/>
            <a:ext cx="11391900" cy="3088874"/>
          </a:xfrm>
          <a:prstGeom prst="rect">
            <a:avLst/>
          </a:prstGeom>
          <a:noFill/>
          <a:ln w="0">
            <a:noFill/>
            <a:prstDash val="solid"/>
          </a:ln>
        </p:spPr>
        <p:txBody>
          <a:bodyPr wrap="square" lIns="0" tIns="0" rIns="0" bIns="0" anchor="t">
            <a:noAutofit/>
          </a:bodyPr>
          <a:lstStyle/>
          <a:p>
            <a:pPr marL="285750" lvl="0" indent="-285750">
              <a:buFont typeface="Arial" panose="020B0604020202020204" pitchFamily="34" charset="0"/>
              <a:buChar char="•"/>
            </a:pPr>
            <a:r>
              <a:rPr lang="en-US" sz="1600" b="1" dirty="0"/>
              <a:t>Definition</a:t>
            </a:r>
            <a:r>
              <a:rPr lang="en-US" sz="1600" dirty="0"/>
              <a:t>: A sudden transfer of static electricity stored on surfaces, materials, or people.</a:t>
            </a:r>
          </a:p>
          <a:p>
            <a:pPr marL="285750" lvl="0" indent="-285750">
              <a:buFont typeface="Arial" panose="020B0604020202020204" pitchFamily="34" charset="0"/>
              <a:buChar char="•"/>
            </a:pPr>
            <a:r>
              <a:rPr lang="en-US" sz="1600" b="1" dirty="0"/>
              <a:t>Cause</a:t>
            </a:r>
            <a:r>
              <a:rPr lang="en-US" sz="1600" dirty="0"/>
              <a:t>: Rubbing materials together (triboelectric effect) or touching a grounded object with a built-up charge.</a:t>
            </a:r>
          </a:p>
          <a:p>
            <a:pPr marL="285750" lvl="0" indent="-285750">
              <a:buFont typeface="Arial" panose="020B0604020202020204" pitchFamily="34" charset="0"/>
              <a:buChar char="•"/>
            </a:pPr>
            <a:r>
              <a:rPr lang="en-US" sz="1600" b="1" dirty="0"/>
              <a:t>Impact</a:t>
            </a:r>
            <a:r>
              <a:rPr lang="en-US" sz="1600" dirty="0"/>
              <a:t>: Can fry microchips, degrade circuit boards, or cause hidden latent defects in hardware.</a:t>
            </a:r>
          </a:p>
          <a:p>
            <a:pPr marL="285750" lvl="0" indent="-285750">
              <a:buFont typeface="Arial" panose="020B0604020202020204" pitchFamily="34" charset="0"/>
              <a:buChar char="•"/>
            </a:pPr>
            <a:r>
              <a:rPr lang="en-US" sz="1600" b="1" dirty="0"/>
              <a:t>Prevention</a:t>
            </a:r>
            <a:r>
              <a:rPr lang="en-US" sz="1600" dirty="0"/>
              <a:t>: Using anti-static wrist straps, grounding mats, and special packaging. </a:t>
            </a:r>
          </a:p>
          <a:p>
            <a:pPr marL="285750" lvl="0" indent="-285750">
              <a:buFont typeface="Arial" panose="020B0604020202020204" pitchFamily="34" charset="0"/>
              <a:buChar char="•"/>
            </a:pPr>
            <a:endParaRPr lang="en-US" sz="1600" dirty="0"/>
          </a:p>
          <a:p>
            <a:endParaRPr lang="en-US" sz="1600" dirty="0"/>
          </a:p>
          <a:p>
            <a:pPr marL="285750" lvl="0" indent="-285750">
              <a:buFont typeface="Arial" panose="020B0604020202020204" pitchFamily="34" charset="0"/>
              <a:buChar char="•"/>
            </a:pPr>
            <a:endParaRPr lang="en-US" sz="1600" dirty="0"/>
          </a:p>
          <a:p>
            <a:br>
              <a:rPr lang="en-US" sz="1600" dirty="0"/>
            </a:br>
            <a:endParaRPr lang="en-US" sz="1600" b="1" i="1" dirty="0"/>
          </a:p>
        </p:txBody>
      </p:sp>
    </p:spTree>
    <p:extLst>
      <p:ext uri="{BB962C8B-B14F-4D97-AF65-F5344CB8AC3E}">
        <p14:creationId xmlns:p14="http://schemas.microsoft.com/office/powerpoint/2010/main" val="1036620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4D2499D-C8AB-4FF0-BC69-C5BC5E7CF8DD}"/>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02 • ELECTROSTATIC DISCHARGE - ESD</a:t>
            </a:r>
          </a:p>
        </p:txBody>
      </p:sp>
      <p:sp>
        <p:nvSpPr>
          <p:cNvPr id="2" name="Rectangle 1">
            <a:extLst>
              <a:ext uri="{FF2B5EF4-FFF2-40B4-BE49-F238E27FC236}">
                <a16:creationId xmlns:a16="http://schemas.microsoft.com/office/drawing/2014/main" id="{D475F889-7ED4-42FF-A3FF-0AF74332649D}"/>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Static damage is not always loud, immediate, or obvious.</a:t>
            </a:r>
          </a:p>
        </p:txBody>
      </p:sp>
      <p:sp>
        <p:nvSpPr>
          <p:cNvPr id="5" name="Rectangle 4">
            <a:extLst>
              <a:ext uri="{FF2B5EF4-FFF2-40B4-BE49-F238E27FC236}">
                <a16:creationId xmlns:a16="http://schemas.microsoft.com/office/drawing/2014/main" id="{0851167A-2DBF-43C0-BC5C-3514D8A75D8A}"/>
              </a:ext>
            </a:extLst>
          </p:cNvPr>
          <p:cNvSpPr>
            <a:spLocks noGrp="1"/>
          </p:cNvSpPr>
          <p:nvPr/>
        </p:nvSpPr>
        <p:spPr>
          <a:xfrm>
            <a:off x="2349500" y="4506469"/>
            <a:ext cx="3333750" cy="2084831"/>
          </a:xfrm>
          <a:prstGeom prst="rect">
            <a:avLst/>
          </a:prstGeom>
          <a:solidFill>
            <a:srgbClr val="FFF0F0"/>
          </a:solidFill>
          <a:ln w="19050">
            <a:solidFill>
              <a:srgbClr val="C65353"/>
            </a:solidFill>
            <a:prstDash val="solid"/>
          </a:ln>
        </p:spPr>
        <p:txBody>
          <a:bodyPr wrap="square" tIns="73152" bIns="91440" anchor="b">
            <a:normAutofit/>
          </a:bodyPr>
          <a:lstStyle/>
          <a:p>
            <a:pPr algn="ctr">
              <a:buNone/>
              <a:defRPr sz="2175" b="1">
                <a:solidFill>
                  <a:srgbClr val="C65353"/>
                </a:solidFill>
                <a:latin typeface="Helvetica Neue"/>
                <a:ea typeface="Helvetica Neue"/>
                <a:cs typeface="Helvetica Neue"/>
              </a:defRPr>
            </a:pPr>
            <a:r>
              <a:rPr sz="2175" b="1">
                <a:solidFill>
                  <a:srgbClr val="C65353"/>
                </a:solidFill>
                <a:latin typeface="Helvetica Neue"/>
                <a:ea typeface="Helvetica Neue"/>
                <a:cs typeface="Helvetica Neue"/>
              </a:rPr>
              <a:t>CATASTROPHIC</a:t>
            </a:r>
          </a:p>
          <a:p>
            <a:pPr algn="ctr">
              <a:buNone/>
              <a:defRPr sz="2175" b="1">
                <a:solidFill>
                  <a:srgbClr val="C65353"/>
                </a:solidFill>
                <a:latin typeface="Helvetica Neue"/>
                <a:ea typeface="Helvetica Neue"/>
                <a:cs typeface="Helvetica Neue"/>
              </a:defRPr>
            </a:pPr>
            <a:r>
              <a:rPr sz="2175" b="1">
                <a:solidFill>
                  <a:srgbClr val="C65353"/>
                </a:solidFill>
                <a:latin typeface="Helvetica Neue"/>
                <a:ea typeface="Helvetica Neue"/>
                <a:cs typeface="Helvetica Neue"/>
              </a:rPr>
              <a:t>FAILURE</a:t>
            </a:r>
          </a:p>
        </p:txBody>
      </p:sp>
      <p:sp>
        <p:nvSpPr>
          <p:cNvPr id="7" name="Rectangle 6">
            <a:extLst>
              <a:ext uri="{FF2B5EF4-FFF2-40B4-BE49-F238E27FC236}">
                <a16:creationId xmlns:a16="http://schemas.microsoft.com/office/drawing/2014/main" id="{2AA48D82-DEB0-4DF6-BCED-29FFDB20CB65}"/>
              </a:ext>
            </a:extLst>
          </p:cNvPr>
          <p:cNvSpPr>
            <a:spLocks noGrp="1"/>
          </p:cNvSpPr>
          <p:nvPr/>
        </p:nvSpPr>
        <p:spPr>
          <a:xfrm>
            <a:off x="6369050" y="4506469"/>
            <a:ext cx="3333750" cy="2084831"/>
          </a:xfrm>
          <a:prstGeom prst="rect">
            <a:avLst/>
          </a:prstGeom>
          <a:solidFill>
            <a:srgbClr val="FFF9E8"/>
          </a:solidFill>
          <a:ln w="19050">
            <a:solidFill>
              <a:srgbClr val="F4B942"/>
            </a:solidFill>
            <a:prstDash val="solid"/>
          </a:ln>
        </p:spPr>
        <p:txBody>
          <a:bodyPr wrap="square" tIns="73152" bIns="91440" anchor="b">
            <a:normAutofit/>
          </a:bodyPr>
          <a:lstStyle/>
          <a:p>
            <a:pPr algn="ctr">
              <a:buNone/>
              <a:defRPr sz="2175" b="1">
                <a:solidFill>
                  <a:srgbClr val="F4B942"/>
                </a:solidFill>
                <a:latin typeface="Helvetica Neue"/>
                <a:ea typeface="Helvetica Neue"/>
                <a:cs typeface="Helvetica Neue"/>
              </a:defRPr>
            </a:pPr>
            <a:r>
              <a:rPr sz="2175" b="1">
                <a:solidFill>
                  <a:srgbClr val="F4B942"/>
                </a:solidFill>
                <a:latin typeface="Helvetica Neue"/>
                <a:ea typeface="Helvetica Neue"/>
                <a:cs typeface="Helvetica Neue"/>
              </a:rPr>
              <a:t>LATENT</a:t>
            </a:r>
          </a:p>
          <a:p>
            <a:pPr algn="ctr">
              <a:buNone/>
              <a:defRPr sz="2175" b="1">
                <a:solidFill>
                  <a:srgbClr val="F4B942"/>
                </a:solidFill>
                <a:latin typeface="Helvetica Neue"/>
                <a:ea typeface="Helvetica Neue"/>
                <a:cs typeface="Helvetica Neue"/>
              </a:defRPr>
            </a:pPr>
            <a:r>
              <a:rPr sz="2175" b="1">
                <a:solidFill>
                  <a:srgbClr val="F4B942"/>
                </a:solidFill>
                <a:latin typeface="Helvetica Neue"/>
                <a:ea typeface="Helvetica Neue"/>
                <a:cs typeface="Helvetica Neue"/>
              </a:rPr>
              <a:t>FAILURE</a:t>
            </a:r>
          </a:p>
        </p:txBody>
      </p:sp>
      <p:pic>
        <p:nvPicPr>
          <p:cNvPr id="25" name="ESD card image 1"/>
          <p:cNvPicPr>
            <a:picLocks noChangeAspect="1"/>
          </p:cNvPicPr>
          <p:nvPr/>
        </p:nvPicPr>
        <p:blipFill>
          <a:blip r:embed="rId3"/>
          <a:srcRect t="22474" b="22474"/>
          <a:stretch>
            <a:fillRect/>
          </a:stretch>
        </p:blipFill>
        <p:spPr>
          <a:xfrm>
            <a:off x="2459228" y="4634485"/>
            <a:ext cx="3114294" cy="1143000"/>
          </a:xfrm>
          <a:prstGeom prst="rect">
            <a:avLst/>
          </a:prstGeom>
        </p:spPr>
      </p:pic>
      <p:pic>
        <p:nvPicPr>
          <p:cNvPr id="26" name="ESD card image 2"/>
          <p:cNvPicPr>
            <a:picLocks noChangeAspect="1"/>
          </p:cNvPicPr>
          <p:nvPr/>
        </p:nvPicPr>
        <p:blipFill rotWithShape="1">
          <a:blip r:embed="rId4"/>
          <a:srcRect l="3881" t="33388" r="12942" b="31073"/>
          <a:stretch>
            <a:fillRect/>
          </a:stretch>
        </p:blipFill>
        <p:spPr>
          <a:xfrm>
            <a:off x="6761861" y="4634486"/>
            <a:ext cx="2548128" cy="1143000"/>
          </a:xfrm>
          <a:prstGeom prst="rect">
            <a:avLst/>
          </a:prstGeom>
        </p:spPr>
      </p:pic>
      <p:sp>
        <p:nvSpPr>
          <p:cNvPr id="13" name="Rectangle 12">
            <a:extLst>
              <a:ext uri="{FF2B5EF4-FFF2-40B4-BE49-F238E27FC236}">
                <a16:creationId xmlns:a16="http://schemas.microsoft.com/office/drawing/2014/main" id="{CE89E9D8-98D7-E8F6-B668-BF01C73880C4}"/>
              </a:ext>
            </a:extLst>
          </p:cNvPr>
          <p:cNvSpPr>
            <a:spLocks noGrp="1"/>
          </p:cNvSpPr>
          <p:nvPr/>
        </p:nvSpPr>
        <p:spPr>
          <a:xfrm>
            <a:off x="400050" y="1367582"/>
            <a:ext cx="11391900" cy="1066800"/>
          </a:xfrm>
          <a:prstGeom prst="rect">
            <a:avLst/>
          </a:prstGeom>
          <a:noFill/>
          <a:ln w="0">
            <a:noFill/>
            <a:prstDash val="solid"/>
          </a:ln>
        </p:spPr>
        <p:txBody>
          <a:bodyPr wrap="square" lIns="0" tIns="0" rIns="0" bIns="0" anchor="t">
            <a:normAutofit/>
          </a:bodyPr>
          <a:lstStyle/>
          <a:p>
            <a:pPr algn="l">
              <a:buNone/>
              <a:defRPr sz="2100" b="1">
                <a:solidFill>
                  <a:srgbClr val="0B0B0B"/>
                </a:solidFill>
                <a:latin typeface="Helvetica Neue"/>
                <a:ea typeface="Helvetica Neue"/>
                <a:cs typeface="Helvetica Neue"/>
              </a:defRPr>
            </a:pPr>
            <a:r>
              <a:rPr sz="2100" b="1" dirty="0">
                <a:solidFill>
                  <a:srgbClr val="0B0B0B"/>
                </a:solidFill>
                <a:latin typeface="Helvetica Neue"/>
                <a:ea typeface="Helvetica Neue"/>
                <a:cs typeface="Helvetica Neue"/>
              </a:rPr>
              <a:t>Static events happen quickly—and often without a visible spark.</a:t>
            </a:r>
          </a:p>
        </p:txBody>
      </p:sp>
      <p:sp>
        <p:nvSpPr>
          <p:cNvPr id="14" name="Rectangle 13">
            <a:extLst>
              <a:ext uri="{FF2B5EF4-FFF2-40B4-BE49-F238E27FC236}">
                <a16:creationId xmlns:a16="http://schemas.microsoft.com/office/drawing/2014/main" id="{A1062A0D-388A-48A5-F538-E97AC231F197}"/>
              </a:ext>
            </a:extLst>
          </p:cNvPr>
          <p:cNvSpPr>
            <a:spLocks noGrp="1"/>
          </p:cNvSpPr>
          <p:nvPr/>
        </p:nvSpPr>
        <p:spPr>
          <a:xfrm>
            <a:off x="400050" y="1791271"/>
            <a:ext cx="11233150" cy="4044759"/>
          </a:xfrm>
          <a:prstGeom prst="rect">
            <a:avLst/>
          </a:prstGeom>
          <a:noFill/>
          <a:ln w="0">
            <a:noFill/>
            <a:prstDash val="solid"/>
          </a:ln>
        </p:spPr>
        <p:txBody>
          <a:bodyPr wrap="square" lIns="0" tIns="0" rIns="0" bIns="0" anchor="t">
            <a:noAutofit/>
          </a:bodyPr>
          <a:lstStyle/>
          <a:p>
            <a:pPr marL="285750" indent="-285750">
              <a:buFont typeface="Arial" panose="020B0604020202020204" pitchFamily="34" charset="0"/>
              <a:buChar char="•"/>
              <a:defRPr sz="1725" b="0">
                <a:solidFill>
                  <a:srgbClr val="4B5563"/>
                </a:solidFill>
                <a:latin typeface="Helvetica Neue"/>
                <a:ea typeface="Helvetica Neue"/>
                <a:cs typeface="Helvetica Neue"/>
              </a:defRPr>
            </a:pPr>
            <a:r>
              <a:rPr lang="en-US" sz="1600" dirty="0">
                <a:solidFill>
                  <a:schemeClr val="tx1">
                    <a:lumMod val="95000"/>
                    <a:lumOff val="5000"/>
                  </a:schemeClr>
                </a:solidFill>
                <a:latin typeface="+mj-lt"/>
                <a:ea typeface="Helvetica Neue"/>
                <a:cs typeface="Helvetica Neue"/>
              </a:rPr>
              <a:t>The event may be too small to feel, but still powerful enough to damage sensitive electronic components. </a:t>
            </a:r>
          </a:p>
          <a:p>
            <a:pPr marL="285750" indent="-285750">
              <a:buFont typeface="Arial" panose="020B0604020202020204" pitchFamily="34" charset="0"/>
              <a:buChar char="•"/>
              <a:defRPr sz="1725" b="0">
                <a:solidFill>
                  <a:srgbClr val="4B5563"/>
                </a:solidFill>
                <a:latin typeface="Helvetica Neue"/>
                <a:ea typeface="Helvetica Neue"/>
                <a:cs typeface="Helvetica Neue"/>
              </a:defRPr>
            </a:pPr>
            <a:r>
              <a:rPr lang="en-US" sz="1600" dirty="0">
                <a:solidFill>
                  <a:schemeClr val="tx1">
                    <a:lumMod val="95000"/>
                    <a:lumOff val="5000"/>
                  </a:schemeClr>
                </a:solidFill>
                <a:latin typeface="+mj-lt"/>
                <a:ea typeface="Helvetica Neue"/>
                <a:cs typeface="Helvetica Neue"/>
              </a:rPr>
              <a:t>A typical household static shock ranges from 1,000 to 20,000 volts. </a:t>
            </a:r>
          </a:p>
          <a:p>
            <a:pPr marL="285750" indent="-285750">
              <a:buFont typeface="Arial" panose="020B0604020202020204" pitchFamily="34" charset="0"/>
              <a:buChar char="•"/>
              <a:defRPr sz="1725" b="0">
                <a:solidFill>
                  <a:srgbClr val="4B5563"/>
                </a:solidFill>
                <a:latin typeface="Helvetica Neue"/>
                <a:ea typeface="Helvetica Neue"/>
                <a:cs typeface="Helvetica Neue"/>
              </a:defRPr>
            </a:pPr>
            <a:r>
              <a:rPr lang="en-US" sz="1600" dirty="0">
                <a:solidFill>
                  <a:schemeClr val="tx1">
                    <a:lumMod val="95000"/>
                    <a:lumOff val="5000"/>
                  </a:schemeClr>
                </a:solidFill>
                <a:latin typeface="+mj-lt"/>
                <a:ea typeface="Helvetica Neue"/>
                <a:cs typeface="Helvetica Neue"/>
              </a:rPr>
              <a:t>Despite the massive voltage, these shocks are harmless to your body because the amperage (current) is extremely low and lasts only a fraction of a microsecond. </a:t>
            </a:r>
            <a:endParaRPr lang="en-US" sz="1600" b="0" dirty="0">
              <a:solidFill>
                <a:schemeClr val="tx1">
                  <a:lumMod val="95000"/>
                  <a:lumOff val="5000"/>
                </a:schemeClr>
              </a:solidFill>
              <a:latin typeface="+mj-lt"/>
              <a:ea typeface="Helvetica Neue"/>
              <a:cs typeface="Helvetica Neue"/>
            </a:endParaRPr>
          </a:p>
          <a:p>
            <a:pPr marL="285750" indent="-285750">
              <a:buFont typeface="Arial" panose="020B0604020202020204" pitchFamily="34" charset="0"/>
              <a:buChar char="•"/>
              <a:defRPr sz="1725" b="0">
                <a:solidFill>
                  <a:srgbClr val="4B5563"/>
                </a:solidFill>
                <a:latin typeface="Helvetica Neue"/>
                <a:ea typeface="Helvetica Neue"/>
                <a:cs typeface="Helvetica Neue"/>
              </a:defRPr>
            </a:pPr>
            <a:r>
              <a:rPr sz="1600" b="0" dirty="0">
                <a:solidFill>
                  <a:schemeClr val="tx1">
                    <a:lumMod val="95000"/>
                    <a:lumOff val="5000"/>
                  </a:schemeClr>
                </a:solidFill>
                <a:latin typeface="+mj-lt"/>
                <a:ea typeface="Helvetica Neue"/>
                <a:cs typeface="Helvetica Neue"/>
              </a:rPr>
              <a:t>Sensitive components can be damaged below the level we feel</a:t>
            </a:r>
            <a:endParaRPr lang="en-US" sz="1600" b="0" dirty="0">
              <a:solidFill>
                <a:schemeClr val="tx1">
                  <a:lumMod val="95000"/>
                  <a:lumOff val="5000"/>
                </a:schemeClr>
              </a:solidFill>
              <a:latin typeface="+mj-lt"/>
              <a:ea typeface="Helvetica Neue"/>
              <a:cs typeface="Helvetica Neue"/>
            </a:endParaRPr>
          </a:p>
          <a:p>
            <a:pPr marL="285750" indent="-285750">
              <a:buFont typeface="Arial" panose="020B0604020202020204" pitchFamily="34" charset="0"/>
              <a:buChar char="•"/>
              <a:defRPr sz="1725" b="0">
                <a:solidFill>
                  <a:srgbClr val="4B5563"/>
                </a:solidFill>
                <a:latin typeface="Helvetica Neue"/>
                <a:ea typeface="Helvetica Neue"/>
                <a:cs typeface="Helvetica Neue"/>
              </a:defRPr>
            </a:pPr>
            <a:r>
              <a:rPr sz="1600" b="0" dirty="0">
                <a:solidFill>
                  <a:schemeClr val="tx1">
                    <a:lumMod val="95000"/>
                    <a:lumOff val="5000"/>
                  </a:schemeClr>
                </a:solidFill>
                <a:latin typeface="+mj-lt"/>
                <a:ea typeface="Helvetica Neue"/>
                <a:cs typeface="Helvetica Neue"/>
              </a:rPr>
              <a:t>Damage may be microscopic or latent</a:t>
            </a:r>
            <a:endParaRPr lang="en-US" sz="1600" b="0" dirty="0">
              <a:solidFill>
                <a:schemeClr val="tx1">
                  <a:lumMod val="95000"/>
                  <a:lumOff val="5000"/>
                </a:schemeClr>
              </a:solidFill>
              <a:latin typeface="+mj-lt"/>
              <a:ea typeface="Helvetica Neue"/>
              <a:cs typeface="Helvetica Neue"/>
            </a:endParaRPr>
          </a:p>
          <a:p>
            <a:pPr marL="285750" indent="-285750">
              <a:buFont typeface="Arial" panose="020B0604020202020204" pitchFamily="34" charset="0"/>
              <a:buChar char="•"/>
            </a:pPr>
            <a:r>
              <a:rPr lang="en-US" sz="1600" dirty="0">
                <a:solidFill>
                  <a:schemeClr val="tx1">
                    <a:lumMod val="95000"/>
                    <a:lumOff val="5000"/>
                  </a:schemeClr>
                </a:solidFill>
                <a:latin typeface="+mj-lt"/>
              </a:rPr>
              <a:t>Damage can occur during installation, inspection, or service</a:t>
            </a:r>
          </a:p>
          <a:p>
            <a:pPr marL="285750" indent="-285750">
              <a:buFont typeface="Arial" panose="020B0604020202020204" pitchFamily="34" charset="0"/>
              <a:buChar char="•"/>
            </a:pPr>
            <a:r>
              <a:rPr lang="en-US" sz="1600" dirty="0">
                <a:solidFill>
                  <a:schemeClr val="tx1">
                    <a:lumMod val="95000"/>
                    <a:lumOff val="5000"/>
                  </a:schemeClr>
                </a:solidFill>
                <a:latin typeface="+mj-lt"/>
              </a:rPr>
              <a:t>Catastrophic damage causes an immediate or complete failure</a:t>
            </a:r>
          </a:p>
          <a:p>
            <a:pPr marL="285750" indent="-285750">
              <a:buFont typeface="Arial" panose="020B0604020202020204" pitchFamily="34" charset="0"/>
              <a:buChar char="•"/>
            </a:pPr>
            <a:r>
              <a:rPr lang="en-US" sz="1600" dirty="0">
                <a:solidFill>
                  <a:schemeClr val="tx1">
                    <a:lumMod val="95000"/>
                    <a:lumOff val="5000"/>
                  </a:schemeClr>
                </a:solidFill>
                <a:latin typeface="+mj-lt"/>
              </a:rPr>
              <a:t>Latent damage weakens a component, allowing it to work temporarily before failing later</a:t>
            </a:r>
          </a:p>
          <a:p>
            <a:pPr marL="285750" indent="-285750">
              <a:buFont typeface="Arial" panose="020B0604020202020204" pitchFamily="34" charset="0"/>
              <a:buChar char="•"/>
            </a:pPr>
            <a:r>
              <a:rPr lang="en-US" sz="1600" dirty="0">
                <a:solidFill>
                  <a:schemeClr val="tx1">
                    <a:lumMod val="95000"/>
                    <a:lumOff val="5000"/>
                  </a:schemeClr>
                </a:solidFill>
                <a:latin typeface="+mj-lt"/>
              </a:rPr>
              <a:t>Integrated circuits, memory devices, and logic boards are especially vulnerable</a:t>
            </a:r>
          </a:p>
        </p:txBody>
      </p:sp>
      <p:sp>
        <p:nvSpPr>
          <p:cNvPr id="16" name="Straight Connector 15">
            <a:extLst>
              <a:ext uri="{FF2B5EF4-FFF2-40B4-BE49-F238E27FC236}">
                <a16:creationId xmlns:a16="http://schemas.microsoft.com/office/drawing/2014/main" id="{22582F2E-3B4C-324F-1094-2C46E518EF40}"/>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409647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A82C-6BB4-66A4-9814-CBC42599398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F18E7B8-6066-EC95-12D5-A18DE6BE5B6E}"/>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02 • ELECTROSTATIC DISCHARGE - ESD</a:t>
            </a:r>
          </a:p>
        </p:txBody>
      </p:sp>
      <p:sp>
        <p:nvSpPr>
          <p:cNvPr id="2" name="Rectangle 1">
            <a:extLst>
              <a:ext uri="{FF2B5EF4-FFF2-40B4-BE49-F238E27FC236}">
                <a16:creationId xmlns:a16="http://schemas.microsoft.com/office/drawing/2014/main" id="{4A545ECC-27FD-5676-92DF-07AAC20173A0}"/>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Static damage is not always loud, immediate, or obvious.</a:t>
            </a:r>
          </a:p>
        </p:txBody>
      </p:sp>
      <p:pic>
        <p:nvPicPr>
          <p:cNvPr id="12" name="Picture 11">
            <a:extLst>
              <a:ext uri="{FF2B5EF4-FFF2-40B4-BE49-F238E27FC236}">
                <a16:creationId xmlns:a16="http://schemas.microsoft.com/office/drawing/2014/main" id="{D7D4EE72-56EB-E5F8-9572-177EC069EF60}"/>
              </a:ext>
            </a:extLst>
          </p:cNvPr>
          <p:cNvPicPr>
            <a:picLocks noChangeAspect="1"/>
          </p:cNvPicPr>
          <p:nvPr/>
        </p:nvPicPr>
        <p:blipFill>
          <a:blip r:embed="rId3"/>
          <a:stretch/>
        </p:blipFill>
        <p:spPr>
          <a:xfrm>
            <a:off x="400050" y="2022650"/>
            <a:ext cx="11391900" cy="3979620"/>
          </a:xfrm>
          <a:prstGeom prst="rect">
            <a:avLst/>
          </a:prstGeom>
        </p:spPr>
      </p:pic>
      <p:sp>
        <p:nvSpPr>
          <p:cNvPr id="17" name="Straight Connector 16">
            <a:extLst>
              <a:ext uri="{FF2B5EF4-FFF2-40B4-BE49-F238E27FC236}">
                <a16:creationId xmlns:a16="http://schemas.microsoft.com/office/drawing/2014/main" id="{A8484BE0-CCAF-00CE-1724-E7D4DACE26C2}"/>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4190105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4E79A18-28F7-42F2-B426-EDAD166B1320}"/>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02 • ELECTROSTATIC DISCHARGE - ESD</a:t>
            </a:r>
          </a:p>
        </p:txBody>
      </p:sp>
      <p:sp>
        <p:nvSpPr>
          <p:cNvPr id="2" name="Rectangle 1">
            <a:extLst>
              <a:ext uri="{FF2B5EF4-FFF2-40B4-BE49-F238E27FC236}">
                <a16:creationId xmlns:a16="http://schemas.microsoft.com/office/drawing/2014/main" id="{D65163BE-3AB7-4D27-8B3F-AEB52F693048}"/>
              </a:ext>
            </a:extLst>
          </p:cNvPr>
          <p:cNvSpPr>
            <a:spLocks noGrp="1"/>
          </p:cNvSpPr>
          <p:nvPr/>
        </p:nvSpPr>
        <p:spPr>
          <a:xfrm>
            <a:off x="400050" y="571500"/>
            <a:ext cx="1172337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Good ESD practice is a short sequence you can repeat every call.</a:t>
            </a:r>
          </a:p>
        </p:txBody>
      </p:sp>
      <p:sp>
        <p:nvSpPr>
          <p:cNvPr id="5" name="Rectangle 4">
            <a:extLst>
              <a:ext uri="{FF2B5EF4-FFF2-40B4-BE49-F238E27FC236}">
                <a16:creationId xmlns:a16="http://schemas.microsoft.com/office/drawing/2014/main" id="{BEA2EF0B-52BC-4077-8622-3B3514535668}"/>
              </a:ext>
            </a:extLst>
          </p:cNvPr>
          <p:cNvSpPr>
            <a:spLocks noGrp="1"/>
          </p:cNvSpPr>
          <p:nvPr/>
        </p:nvSpPr>
        <p:spPr>
          <a:xfrm>
            <a:off x="400050" y="1952625"/>
            <a:ext cx="571500" cy="266700"/>
          </a:xfrm>
          <a:prstGeom prst="rect">
            <a:avLst/>
          </a:prstGeom>
          <a:noFill/>
          <a:ln w="0">
            <a:noFill/>
            <a:prstDash val="solid"/>
          </a:ln>
        </p:spPr>
        <p:txBody>
          <a:bodyPr wrap="square" lIns="0" tIns="0" rIns="0" bIns="0" anchor="t">
            <a:noAutofit/>
          </a:bodyPr>
          <a:lstStyle/>
          <a:p>
            <a:pPr algn="l">
              <a:buNone/>
              <a:defRPr sz="1500" b="1">
                <a:solidFill>
                  <a:srgbClr val="03699B"/>
                </a:solidFill>
                <a:latin typeface="Helvetica Neue"/>
                <a:ea typeface="Helvetica Neue"/>
                <a:cs typeface="Helvetica Neue"/>
              </a:defRPr>
            </a:pPr>
            <a:r>
              <a:rPr sz="1500" b="1">
                <a:solidFill>
                  <a:srgbClr val="03699B"/>
                </a:solidFill>
                <a:latin typeface="Helvetica Neue"/>
                <a:ea typeface="Helvetica Neue"/>
                <a:cs typeface="Helvetica Neue"/>
              </a:rPr>
              <a:t>01</a:t>
            </a:r>
          </a:p>
        </p:txBody>
      </p:sp>
      <p:sp>
        <p:nvSpPr>
          <p:cNvPr id="6" name="Straight Connector 5">
            <a:extLst>
              <a:ext uri="{FF2B5EF4-FFF2-40B4-BE49-F238E27FC236}">
                <a16:creationId xmlns:a16="http://schemas.microsoft.com/office/drawing/2014/main" id="{2307340A-E9F2-4170-918D-FB4AE9688E2A}"/>
              </a:ext>
            </a:extLst>
          </p:cNvPr>
          <p:cNvSpPr>
            <a:spLocks noGrp="1"/>
          </p:cNvSpPr>
          <p:nvPr/>
        </p:nvSpPr>
        <p:spPr>
          <a:xfrm>
            <a:off x="400050" y="2381250"/>
            <a:ext cx="2286000" cy="0"/>
          </a:xfrm>
          <a:prstGeom prst="line">
            <a:avLst/>
          </a:prstGeom>
          <a:noFill/>
          <a:ln w="12700">
            <a:solidFill>
              <a:srgbClr val="03699B"/>
            </a:solidFill>
            <a:prstDash val="solid"/>
          </a:ln>
        </p:spPr>
        <p:txBody>
          <a:bodyPr/>
          <a:lstStyle/>
          <a:p>
            <a:endParaRPr/>
          </a:p>
        </p:txBody>
      </p:sp>
      <p:sp>
        <p:nvSpPr>
          <p:cNvPr id="7" name="Rectangle 6">
            <a:extLst>
              <a:ext uri="{FF2B5EF4-FFF2-40B4-BE49-F238E27FC236}">
                <a16:creationId xmlns:a16="http://schemas.microsoft.com/office/drawing/2014/main" id="{789B401B-7B87-4C84-8463-A317388AA6D4}"/>
              </a:ext>
            </a:extLst>
          </p:cNvPr>
          <p:cNvSpPr>
            <a:spLocks noGrp="1"/>
          </p:cNvSpPr>
          <p:nvPr/>
        </p:nvSpPr>
        <p:spPr>
          <a:xfrm>
            <a:off x="400050" y="2619375"/>
            <a:ext cx="2286000" cy="323850"/>
          </a:xfrm>
          <a:prstGeom prst="rect">
            <a:avLst/>
          </a:prstGeom>
          <a:noFill/>
          <a:ln w="0">
            <a:noFill/>
            <a:prstDash val="solid"/>
          </a:ln>
        </p:spPr>
        <p:txBody>
          <a:bodyPr wrap="square" lIns="0" tIns="0" rIns="0" bIns="0" anchor="t">
            <a:noAutofit/>
          </a:bodyPr>
          <a:lstStyle/>
          <a:p>
            <a:pPr algn="l">
              <a:buNone/>
              <a:defRPr sz="1875" b="1">
                <a:solidFill>
                  <a:srgbClr val="0B0B0B"/>
                </a:solidFill>
                <a:latin typeface="Helvetica Neue"/>
                <a:ea typeface="Helvetica Neue"/>
                <a:cs typeface="Helvetica Neue"/>
              </a:defRPr>
            </a:pPr>
            <a:r>
              <a:rPr sz="1875" b="1">
                <a:solidFill>
                  <a:srgbClr val="0B0B0B"/>
                </a:solidFill>
                <a:latin typeface="Helvetica Neue"/>
                <a:ea typeface="Helvetica Neue"/>
                <a:cs typeface="Helvetica Neue"/>
              </a:rPr>
              <a:t>Discharge</a:t>
            </a:r>
          </a:p>
        </p:txBody>
      </p:sp>
      <p:sp>
        <p:nvSpPr>
          <p:cNvPr id="8" name="Rectangle 7">
            <a:extLst>
              <a:ext uri="{FF2B5EF4-FFF2-40B4-BE49-F238E27FC236}">
                <a16:creationId xmlns:a16="http://schemas.microsoft.com/office/drawing/2014/main" id="{05B9F886-1784-48FE-BB3E-8FC31ED60068}"/>
              </a:ext>
            </a:extLst>
          </p:cNvPr>
          <p:cNvSpPr>
            <a:spLocks noGrp="1"/>
          </p:cNvSpPr>
          <p:nvPr/>
        </p:nvSpPr>
        <p:spPr>
          <a:xfrm>
            <a:off x="400050" y="3143250"/>
            <a:ext cx="2266950" cy="952500"/>
          </a:xfrm>
          <a:prstGeom prst="rect">
            <a:avLst/>
          </a:prstGeom>
          <a:noFill/>
          <a:ln w="0">
            <a:noFill/>
            <a:prstDash val="solid"/>
          </a:ln>
        </p:spPr>
        <p:txBody>
          <a:bodyPr wrap="square" lIns="0" tIns="0" rIns="0" bIns="0" anchor="t">
            <a:norm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Touch grounded cabinet metal before handling a board.</a:t>
            </a:r>
          </a:p>
        </p:txBody>
      </p:sp>
      <p:sp>
        <p:nvSpPr>
          <p:cNvPr id="9" name="Rectangle 8">
            <a:extLst>
              <a:ext uri="{FF2B5EF4-FFF2-40B4-BE49-F238E27FC236}">
                <a16:creationId xmlns:a16="http://schemas.microsoft.com/office/drawing/2014/main" id="{68741DDF-6635-4F54-B085-DFD4A9378BD8}"/>
              </a:ext>
            </a:extLst>
          </p:cNvPr>
          <p:cNvSpPr>
            <a:spLocks noGrp="1"/>
          </p:cNvSpPr>
          <p:nvPr/>
        </p:nvSpPr>
        <p:spPr>
          <a:xfrm>
            <a:off x="3286125" y="1952625"/>
            <a:ext cx="571500" cy="266700"/>
          </a:xfrm>
          <a:prstGeom prst="rect">
            <a:avLst/>
          </a:prstGeom>
          <a:noFill/>
          <a:ln w="0">
            <a:noFill/>
            <a:prstDash val="solid"/>
          </a:ln>
        </p:spPr>
        <p:txBody>
          <a:bodyPr wrap="square" lIns="0" tIns="0" rIns="0" bIns="0" anchor="t">
            <a:noAutofit/>
          </a:bodyPr>
          <a:lstStyle/>
          <a:p>
            <a:pPr algn="l">
              <a:buNone/>
              <a:defRPr sz="1500" b="1">
                <a:solidFill>
                  <a:srgbClr val="03699B"/>
                </a:solidFill>
                <a:latin typeface="Helvetica Neue"/>
                <a:ea typeface="Helvetica Neue"/>
                <a:cs typeface="Helvetica Neue"/>
              </a:defRPr>
            </a:pPr>
            <a:r>
              <a:rPr sz="1500" b="1">
                <a:solidFill>
                  <a:srgbClr val="03699B"/>
                </a:solidFill>
                <a:latin typeface="Helvetica Neue"/>
                <a:ea typeface="Helvetica Neue"/>
                <a:cs typeface="Helvetica Neue"/>
              </a:rPr>
              <a:t>02</a:t>
            </a:r>
          </a:p>
        </p:txBody>
      </p:sp>
      <p:sp>
        <p:nvSpPr>
          <p:cNvPr id="10" name="Straight Connector 9">
            <a:extLst>
              <a:ext uri="{FF2B5EF4-FFF2-40B4-BE49-F238E27FC236}">
                <a16:creationId xmlns:a16="http://schemas.microsoft.com/office/drawing/2014/main" id="{B35F278D-9FA5-4716-A82C-B68935D03A49}"/>
              </a:ext>
            </a:extLst>
          </p:cNvPr>
          <p:cNvSpPr>
            <a:spLocks noGrp="1"/>
          </p:cNvSpPr>
          <p:nvPr/>
        </p:nvSpPr>
        <p:spPr>
          <a:xfrm>
            <a:off x="3286125" y="2381250"/>
            <a:ext cx="2286000" cy="0"/>
          </a:xfrm>
          <a:prstGeom prst="line">
            <a:avLst/>
          </a:prstGeom>
          <a:noFill/>
          <a:ln w="9525">
            <a:solidFill>
              <a:srgbClr val="03699B"/>
            </a:solidFill>
            <a:prstDash val="solid"/>
          </a:ln>
        </p:spPr>
        <p:txBody>
          <a:bodyPr/>
          <a:lstStyle/>
          <a:p>
            <a:endParaRPr/>
          </a:p>
        </p:txBody>
      </p:sp>
      <p:sp>
        <p:nvSpPr>
          <p:cNvPr id="11" name="Rectangle 10">
            <a:extLst>
              <a:ext uri="{FF2B5EF4-FFF2-40B4-BE49-F238E27FC236}">
                <a16:creationId xmlns:a16="http://schemas.microsoft.com/office/drawing/2014/main" id="{D067790B-26A9-4A37-8061-657FCFDB727D}"/>
              </a:ext>
            </a:extLst>
          </p:cNvPr>
          <p:cNvSpPr>
            <a:spLocks noGrp="1"/>
          </p:cNvSpPr>
          <p:nvPr/>
        </p:nvSpPr>
        <p:spPr>
          <a:xfrm>
            <a:off x="3286125" y="2619375"/>
            <a:ext cx="2286000" cy="323850"/>
          </a:xfrm>
          <a:prstGeom prst="rect">
            <a:avLst/>
          </a:prstGeom>
          <a:noFill/>
          <a:ln w="0">
            <a:noFill/>
            <a:prstDash val="solid"/>
          </a:ln>
        </p:spPr>
        <p:txBody>
          <a:bodyPr wrap="square" lIns="0" tIns="0" rIns="0" bIns="0" anchor="t">
            <a:noAutofit/>
          </a:bodyPr>
          <a:lstStyle/>
          <a:p>
            <a:pPr algn="l">
              <a:buNone/>
              <a:defRPr sz="1875" b="1">
                <a:solidFill>
                  <a:srgbClr val="0B0B0B"/>
                </a:solidFill>
                <a:latin typeface="Helvetica Neue"/>
                <a:ea typeface="Helvetica Neue"/>
                <a:cs typeface="Helvetica Neue"/>
              </a:defRPr>
            </a:pPr>
            <a:r>
              <a:rPr sz="1875" b="1">
                <a:solidFill>
                  <a:srgbClr val="0B0B0B"/>
                </a:solidFill>
                <a:latin typeface="Helvetica Neue"/>
                <a:ea typeface="Helvetica Neue"/>
                <a:cs typeface="Helvetica Neue"/>
              </a:rPr>
              <a:t>Handle edges</a:t>
            </a:r>
          </a:p>
        </p:txBody>
      </p:sp>
      <p:sp>
        <p:nvSpPr>
          <p:cNvPr id="12" name="Rectangle 11">
            <a:extLst>
              <a:ext uri="{FF2B5EF4-FFF2-40B4-BE49-F238E27FC236}">
                <a16:creationId xmlns:a16="http://schemas.microsoft.com/office/drawing/2014/main" id="{D966BDAD-4AFA-4E9E-8E1F-74BE2D7798FF}"/>
              </a:ext>
            </a:extLst>
          </p:cNvPr>
          <p:cNvSpPr>
            <a:spLocks noGrp="1"/>
          </p:cNvSpPr>
          <p:nvPr/>
        </p:nvSpPr>
        <p:spPr>
          <a:xfrm>
            <a:off x="3286125" y="3143250"/>
            <a:ext cx="2266950" cy="952500"/>
          </a:xfrm>
          <a:prstGeom prst="rect">
            <a:avLst/>
          </a:prstGeom>
          <a:noFill/>
          <a:ln w="0">
            <a:noFill/>
            <a:prstDash val="solid"/>
          </a:ln>
        </p:spPr>
        <p:txBody>
          <a:bodyPr wrap="square" lIns="0" tIns="0" rIns="0" bIns="0" anchor="t">
            <a:norm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Avoid traces, pins, connectors, and components.</a:t>
            </a:r>
          </a:p>
        </p:txBody>
      </p:sp>
      <p:sp>
        <p:nvSpPr>
          <p:cNvPr id="13" name="Rectangle 12">
            <a:extLst>
              <a:ext uri="{FF2B5EF4-FFF2-40B4-BE49-F238E27FC236}">
                <a16:creationId xmlns:a16="http://schemas.microsoft.com/office/drawing/2014/main" id="{82A7C008-DFF2-4C3C-823A-2156C4CD36AC}"/>
              </a:ext>
            </a:extLst>
          </p:cNvPr>
          <p:cNvSpPr>
            <a:spLocks noGrp="1"/>
          </p:cNvSpPr>
          <p:nvPr/>
        </p:nvSpPr>
        <p:spPr>
          <a:xfrm>
            <a:off x="6172200" y="1952625"/>
            <a:ext cx="571500" cy="266700"/>
          </a:xfrm>
          <a:prstGeom prst="rect">
            <a:avLst/>
          </a:prstGeom>
          <a:noFill/>
          <a:ln w="0">
            <a:noFill/>
            <a:prstDash val="solid"/>
          </a:ln>
        </p:spPr>
        <p:txBody>
          <a:bodyPr wrap="square" lIns="0" tIns="0" rIns="0" bIns="0" anchor="t">
            <a:noAutofit/>
          </a:bodyPr>
          <a:lstStyle/>
          <a:p>
            <a:pPr algn="l">
              <a:buNone/>
              <a:defRPr sz="1500" b="1">
                <a:solidFill>
                  <a:srgbClr val="03699B"/>
                </a:solidFill>
                <a:latin typeface="Helvetica Neue"/>
                <a:ea typeface="Helvetica Neue"/>
                <a:cs typeface="Helvetica Neue"/>
              </a:defRPr>
            </a:pPr>
            <a:r>
              <a:rPr sz="1500" b="1">
                <a:solidFill>
                  <a:srgbClr val="03699B"/>
                </a:solidFill>
                <a:latin typeface="Helvetica Neue"/>
                <a:ea typeface="Helvetica Neue"/>
                <a:cs typeface="Helvetica Neue"/>
              </a:rPr>
              <a:t>03</a:t>
            </a:r>
          </a:p>
        </p:txBody>
      </p:sp>
      <p:sp>
        <p:nvSpPr>
          <p:cNvPr id="14" name="Straight Connector 13">
            <a:extLst>
              <a:ext uri="{FF2B5EF4-FFF2-40B4-BE49-F238E27FC236}">
                <a16:creationId xmlns:a16="http://schemas.microsoft.com/office/drawing/2014/main" id="{74161ED4-874A-45D3-9EA7-EDE1A89C9BD5}"/>
              </a:ext>
            </a:extLst>
          </p:cNvPr>
          <p:cNvSpPr>
            <a:spLocks noGrp="1"/>
          </p:cNvSpPr>
          <p:nvPr/>
        </p:nvSpPr>
        <p:spPr>
          <a:xfrm>
            <a:off x="6172200" y="2381250"/>
            <a:ext cx="2286000" cy="0"/>
          </a:xfrm>
          <a:prstGeom prst="line">
            <a:avLst/>
          </a:prstGeom>
          <a:noFill/>
          <a:ln w="9525">
            <a:solidFill>
              <a:srgbClr val="03699B"/>
            </a:solidFill>
            <a:prstDash val="solid"/>
          </a:ln>
        </p:spPr>
        <p:txBody>
          <a:bodyPr/>
          <a:lstStyle/>
          <a:p>
            <a:endParaRPr/>
          </a:p>
        </p:txBody>
      </p:sp>
      <p:sp>
        <p:nvSpPr>
          <p:cNvPr id="15" name="Rectangle 14">
            <a:extLst>
              <a:ext uri="{FF2B5EF4-FFF2-40B4-BE49-F238E27FC236}">
                <a16:creationId xmlns:a16="http://schemas.microsoft.com/office/drawing/2014/main" id="{F926A96C-A366-4C7C-99C9-86436173E9A6}"/>
              </a:ext>
            </a:extLst>
          </p:cNvPr>
          <p:cNvSpPr>
            <a:spLocks noGrp="1"/>
          </p:cNvSpPr>
          <p:nvPr/>
        </p:nvSpPr>
        <p:spPr>
          <a:xfrm>
            <a:off x="6172200" y="2619375"/>
            <a:ext cx="2656114" cy="323850"/>
          </a:xfrm>
          <a:prstGeom prst="rect">
            <a:avLst/>
          </a:prstGeom>
          <a:noFill/>
          <a:ln w="0">
            <a:noFill/>
            <a:prstDash val="solid"/>
          </a:ln>
        </p:spPr>
        <p:txBody>
          <a:bodyPr wrap="square" lIns="0" tIns="0" rIns="0" bIns="0" anchor="t">
            <a:noAutofit/>
          </a:bodyPr>
          <a:lstStyle/>
          <a:p>
            <a:pPr algn="l">
              <a:buNone/>
              <a:defRPr sz="1875" b="1">
                <a:solidFill>
                  <a:srgbClr val="0B0B0B"/>
                </a:solidFill>
                <a:latin typeface="Helvetica Neue"/>
                <a:ea typeface="Helvetica Neue"/>
                <a:cs typeface="Helvetica Neue"/>
              </a:defRPr>
            </a:pPr>
            <a:r>
              <a:rPr sz="1875" b="1">
                <a:solidFill>
                  <a:srgbClr val="0B0B0B"/>
                </a:solidFill>
                <a:latin typeface="Helvetica Neue"/>
                <a:ea typeface="Helvetica Neue"/>
                <a:cs typeface="Helvetica Neue"/>
              </a:rPr>
              <a:t>Use the bag correctly</a:t>
            </a:r>
          </a:p>
        </p:txBody>
      </p:sp>
      <p:sp>
        <p:nvSpPr>
          <p:cNvPr id="16" name="Rectangle 15">
            <a:extLst>
              <a:ext uri="{FF2B5EF4-FFF2-40B4-BE49-F238E27FC236}">
                <a16:creationId xmlns:a16="http://schemas.microsoft.com/office/drawing/2014/main" id="{52191E22-870F-4AD4-B4E2-DD2D92F88D2F}"/>
              </a:ext>
            </a:extLst>
          </p:cNvPr>
          <p:cNvSpPr>
            <a:spLocks noGrp="1"/>
          </p:cNvSpPr>
          <p:nvPr/>
        </p:nvSpPr>
        <p:spPr>
          <a:xfrm>
            <a:off x="6172200" y="3143250"/>
            <a:ext cx="2266950" cy="952500"/>
          </a:xfrm>
          <a:prstGeom prst="rect">
            <a:avLst/>
          </a:prstGeom>
          <a:noFill/>
          <a:ln w="0">
            <a:noFill/>
            <a:prstDash val="solid"/>
          </a:ln>
        </p:spPr>
        <p:txBody>
          <a:bodyPr wrap="square" lIns="0" tIns="0" rIns="0" bIns="0" anchor="t">
            <a:normAutofit/>
          </a:bodyPr>
          <a:lstStyle/>
          <a:p>
            <a:pPr algn="l">
              <a:buNone/>
              <a:defRPr sz="1425" b="0">
                <a:solidFill>
                  <a:srgbClr val="4B5563"/>
                </a:solidFill>
                <a:latin typeface="Helvetica Neue"/>
                <a:ea typeface="Helvetica Neue"/>
                <a:cs typeface="Helvetica Neue"/>
              </a:defRPr>
            </a:pPr>
            <a:r>
              <a:rPr sz="1425" b="0" dirty="0">
                <a:solidFill>
                  <a:srgbClr val="4B5563"/>
                </a:solidFill>
                <a:latin typeface="Helvetica Neue"/>
                <a:ea typeface="Helvetica Neue"/>
                <a:cs typeface="Helvetica Neue"/>
              </a:rPr>
              <a:t>Do</a:t>
            </a:r>
            <a:r>
              <a:rPr lang="en-US" sz="1425" b="0" dirty="0">
                <a:solidFill>
                  <a:srgbClr val="4B5563"/>
                </a:solidFill>
                <a:latin typeface="Helvetica Neue"/>
                <a:ea typeface="Helvetica Neue"/>
                <a:cs typeface="Helvetica Neue"/>
              </a:rPr>
              <a:t>n’t remove the part from the bag before you are ready to work on it</a:t>
            </a:r>
            <a:r>
              <a:rPr sz="1425" b="0" dirty="0">
                <a:solidFill>
                  <a:srgbClr val="4B5563"/>
                </a:solidFill>
                <a:latin typeface="Helvetica Neue"/>
                <a:ea typeface="Helvetica Neue"/>
                <a:cs typeface="Helvetica Neue"/>
              </a:rPr>
              <a:t>.</a:t>
            </a:r>
          </a:p>
        </p:txBody>
      </p:sp>
      <p:sp>
        <p:nvSpPr>
          <p:cNvPr id="17" name="Rectangle 16">
            <a:extLst>
              <a:ext uri="{FF2B5EF4-FFF2-40B4-BE49-F238E27FC236}">
                <a16:creationId xmlns:a16="http://schemas.microsoft.com/office/drawing/2014/main" id="{F9E92050-77A6-4E1F-A3FC-C99A938E058F}"/>
              </a:ext>
            </a:extLst>
          </p:cNvPr>
          <p:cNvSpPr>
            <a:spLocks noGrp="1"/>
          </p:cNvSpPr>
          <p:nvPr/>
        </p:nvSpPr>
        <p:spPr>
          <a:xfrm>
            <a:off x="9058275" y="1952625"/>
            <a:ext cx="571500" cy="266700"/>
          </a:xfrm>
          <a:prstGeom prst="rect">
            <a:avLst/>
          </a:prstGeom>
          <a:noFill/>
          <a:ln w="0">
            <a:noFill/>
            <a:prstDash val="solid"/>
          </a:ln>
        </p:spPr>
        <p:txBody>
          <a:bodyPr wrap="square" lIns="0" tIns="0" rIns="0" bIns="0" anchor="t">
            <a:noAutofit/>
          </a:bodyPr>
          <a:lstStyle/>
          <a:p>
            <a:pPr algn="l">
              <a:buNone/>
              <a:defRPr sz="1500" b="1">
                <a:solidFill>
                  <a:srgbClr val="03699B"/>
                </a:solidFill>
                <a:latin typeface="Helvetica Neue"/>
                <a:ea typeface="Helvetica Neue"/>
                <a:cs typeface="Helvetica Neue"/>
              </a:defRPr>
            </a:pPr>
            <a:r>
              <a:rPr sz="1500" b="1">
                <a:solidFill>
                  <a:srgbClr val="03699B"/>
                </a:solidFill>
                <a:latin typeface="Helvetica Neue"/>
                <a:ea typeface="Helvetica Neue"/>
                <a:cs typeface="Helvetica Neue"/>
              </a:rPr>
              <a:t>04</a:t>
            </a:r>
          </a:p>
        </p:txBody>
      </p:sp>
      <p:sp>
        <p:nvSpPr>
          <p:cNvPr id="18" name="Straight Connector 17">
            <a:extLst>
              <a:ext uri="{FF2B5EF4-FFF2-40B4-BE49-F238E27FC236}">
                <a16:creationId xmlns:a16="http://schemas.microsoft.com/office/drawing/2014/main" id="{24D20835-AEA5-4C03-AAB9-7ED794B392B4}"/>
              </a:ext>
            </a:extLst>
          </p:cNvPr>
          <p:cNvSpPr>
            <a:spLocks noGrp="1"/>
          </p:cNvSpPr>
          <p:nvPr/>
        </p:nvSpPr>
        <p:spPr>
          <a:xfrm>
            <a:off x="9058275" y="2381250"/>
            <a:ext cx="2286000" cy="0"/>
          </a:xfrm>
          <a:prstGeom prst="line">
            <a:avLst/>
          </a:prstGeom>
          <a:noFill/>
          <a:ln w="9525">
            <a:solidFill>
              <a:srgbClr val="03699B"/>
            </a:solidFill>
            <a:prstDash val="solid"/>
          </a:ln>
        </p:spPr>
        <p:txBody>
          <a:bodyPr/>
          <a:lstStyle/>
          <a:p>
            <a:endParaRPr/>
          </a:p>
        </p:txBody>
      </p:sp>
      <p:sp>
        <p:nvSpPr>
          <p:cNvPr id="19" name="Rectangle 18">
            <a:extLst>
              <a:ext uri="{FF2B5EF4-FFF2-40B4-BE49-F238E27FC236}">
                <a16:creationId xmlns:a16="http://schemas.microsoft.com/office/drawing/2014/main" id="{9AC56C62-1E3E-4E8A-9EA3-14E2320A1903}"/>
              </a:ext>
            </a:extLst>
          </p:cNvPr>
          <p:cNvSpPr>
            <a:spLocks noGrp="1"/>
          </p:cNvSpPr>
          <p:nvPr/>
        </p:nvSpPr>
        <p:spPr>
          <a:xfrm>
            <a:off x="9058275" y="2619375"/>
            <a:ext cx="2286000" cy="323850"/>
          </a:xfrm>
          <a:prstGeom prst="rect">
            <a:avLst/>
          </a:prstGeom>
          <a:noFill/>
          <a:ln w="0">
            <a:noFill/>
            <a:prstDash val="solid"/>
          </a:ln>
        </p:spPr>
        <p:txBody>
          <a:bodyPr wrap="square" lIns="0" tIns="0" rIns="0" bIns="0" anchor="t">
            <a:noAutofit/>
          </a:bodyPr>
          <a:lstStyle/>
          <a:p>
            <a:pPr algn="l">
              <a:buNone/>
              <a:defRPr sz="1875" b="1">
                <a:solidFill>
                  <a:srgbClr val="0B0B0B"/>
                </a:solidFill>
                <a:latin typeface="Helvetica Neue"/>
                <a:ea typeface="Helvetica Neue"/>
                <a:cs typeface="Helvetica Neue"/>
              </a:defRPr>
            </a:pPr>
            <a:r>
              <a:rPr sz="1875" b="1">
                <a:solidFill>
                  <a:srgbClr val="0B0B0B"/>
                </a:solidFill>
                <a:latin typeface="Helvetica Neue"/>
                <a:ea typeface="Helvetica Neue"/>
                <a:cs typeface="Helvetica Neue"/>
              </a:rPr>
              <a:t>Re-discharge</a:t>
            </a:r>
          </a:p>
        </p:txBody>
      </p:sp>
      <p:sp>
        <p:nvSpPr>
          <p:cNvPr id="20" name="Rectangle 19">
            <a:extLst>
              <a:ext uri="{FF2B5EF4-FFF2-40B4-BE49-F238E27FC236}">
                <a16:creationId xmlns:a16="http://schemas.microsoft.com/office/drawing/2014/main" id="{CB34BE0A-CF35-4D5B-8830-AFD825324287}"/>
              </a:ext>
            </a:extLst>
          </p:cNvPr>
          <p:cNvSpPr>
            <a:spLocks noGrp="1"/>
          </p:cNvSpPr>
          <p:nvPr/>
        </p:nvSpPr>
        <p:spPr>
          <a:xfrm>
            <a:off x="9058275" y="3143250"/>
            <a:ext cx="2266950" cy="952500"/>
          </a:xfrm>
          <a:prstGeom prst="rect">
            <a:avLst/>
          </a:prstGeom>
          <a:noFill/>
          <a:ln w="0">
            <a:noFill/>
            <a:prstDash val="solid"/>
          </a:ln>
        </p:spPr>
        <p:txBody>
          <a:bodyPr wrap="square" lIns="0" tIns="0" rIns="0" bIns="0" anchor="t">
            <a:norm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Repeat when you move away and return to the cabinet.</a:t>
            </a:r>
          </a:p>
        </p:txBody>
      </p:sp>
      <p:sp>
        <p:nvSpPr>
          <p:cNvPr id="21" name="Rectangle 20">
            <a:extLst>
              <a:ext uri="{FF2B5EF4-FFF2-40B4-BE49-F238E27FC236}">
                <a16:creationId xmlns:a16="http://schemas.microsoft.com/office/drawing/2014/main" id="{BA28FC5E-5A6F-4F83-B1F4-D8F0CF129AE4}"/>
              </a:ext>
            </a:extLst>
          </p:cNvPr>
          <p:cNvSpPr>
            <a:spLocks noGrp="1"/>
          </p:cNvSpPr>
          <p:nvPr/>
        </p:nvSpPr>
        <p:spPr>
          <a:xfrm>
            <a:off x="400050" y="4843848"/>
            <a:ext cx="5870121" cy="1045323"/>
          </a:xfrm>
          <a:prstGeom prst="rect">
            <a:avLst/>
          </a:prstGeom>
          <a:solidFill>
            <a:schemeClr val="tx2">
              <a:lumMod val="25000"/>
              <a:lumOff val="75000"/>
            </a:schemeClr>
          </a:solidFill>
          <a:ln w="9525">
            <a:solidFill>
              <a:srgbClr val="B8BCC4"/>
            </a:solidFill>
            <a:prstDash val="solid"/>
          </a:ln>
        </p:spPr>
        <p:txBody>
          <a:bodyPr wrap="square" lIns="95250" tIns="95250" rIns="95250" bIns="95250" anchor="ctr">
            <a:normAutofit/>
          </a:bodyPr>
          <a:lstStyle/>
          <a:p>
            <a:pPr algn="l">
              <a:buNone/>
              <a:defRPr sz="1650" b="1">
                <a:solidFill>
                  <a:srgbClr val="0B0B0B"/>
                </a:solidFill>
                <a:latin typeface="Helvetica Neue"/>
                <a:ea typeface="Helvetica Neue"/>
                <a:cs typeface="Helvetica Neue"/>
              </a:defRPr>
            </a:pPr>
            <a:r>
              <a:rPr sz="1650" b="1" dirty="0">
                <a:solidFill>
                  <a:srgbClr val="0B0B0B"/>
                </a:solidFill>
                <a:latin typeface="Helvetica Neue"/>
                <a:ea typeface="Helvetica Neue"/>
                <a:cs typeface="Helvetica Neue"/>
              </a:rPr>
              <a:t>Static-control bag </a:t>
            </a:r>
            <a:r>
              <a:rPr lang="en-US" sz="1650" b="1" dirty="0">
                <a:solidFill>
                  <a:srgbClr val="0B0B0B"/>
                </a:solidFill>
                <a:latin typeface="Helvetica Neue"/>
                <a:ea typeface="Helvetica Neue"/>
                <a:cs typeface="Helvetica Neue"/>
              </a:rPr>
              <a:t>myth</a:t>
            </a:r>
            <a:endParaRPr sz="1650" b="1" dirty="0">
              <a:solidFill>
                <a:srgbClr val="0B0B0B"/>
              </a:solidFill>
              <a:latin typeface="Helvetica Neue"/>
              <a:ea typeface="Helvetica Neue"/>
              <a:cs typeface="Helvetica Neue"/>
            </a:endParaRPr>
          </a:p>
        </p:txBody>
      </p:sp>
      <p:sp>
        <p:nvSpPr>
          <p:cNvPr id="22" name="Rectangle 21">
            <a:extLst>
              <a:ext uri="{FF2B5EF4-FFF2-40B4-BE49-F238E27FC236}">
                <a16:creationId xmlns:a16="http://schemas.microsoft.com/office/drawing/2014/main" id="{6C39CB8D-E702-4409-8F11-67992BE395ED}"/>
              </a:ext>
            </a:extLst>
          </p:cNvPr>
          <p:cNvSpPr>
            <a:spLocks noGrp="1"/>
          </p:cNvSpPr>
          <p:nvPr/>
        </p:nvSpPr>
        <p:spPr>
          <a:xfrm>
            <a:off x="3476626" y="4933949"/>
            <a:ext cx="2488746" cy="838199"/>
          </a:xfrm>
          <a:prstGeom prst="rect">
            <a:avLst/>
          </a:prstGeom>
          <a:noFill/>
          <a:ln w="0">
            <a:noFill/>
            <a:prstDash val="solid"/>
          </a:ln>
        </p:spPr>
        <p:txBody>
          <a:bodyPr wrap="square" lIns="0" tIns="0" rIns="0" bIns="0" anchor="t">
            <a:no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If a temporary work surface is needed, turn the bag inside out so the protected inner surface faces outward.</a:t>
            </a:r>
          </a:p>
        </p:txBody>
      </p:sp>
      <p:pic>
        <p:nvPicPr>
          <p:cNvPr id="47" name="Inside-out ESD static-control bag illustration"/>
          <p:cNvPicPr>
            <a:picLocks noChangeAspect="1"/>
          </p:cNvPicPr>
          <p:nvPr/>
        </p:nvPicPr>
        <p:blipFill rotWithShape="1">
          <a:blip r:embed="rId3"/>
          <a:srcRect b="671"/>
          <a:stretch>
            <a:fillRect/>
          </a:stretch>
        </p:blipFill>
        <p:spPr>
          <a:xfrm>
            <a:off x="7200426" y="4050111"/>
            <a:ext cx="3935212" cy="2605873"/>
          </a:xfrm>
          <a:prstGeom prst="rect">
            <a:avLst/>
          </a:prstGeom>
        </p:spPr>
      </p:pic>
      <p:sp>
        <p:nvSpPr>
          <p:cNvPr id="25" name="Straight Connector 24">
            <a:extLst>
              <a:ext uri="{FF2B5EF4-FFF2-40B4-BE49-F238E27FC236}">
                <a16:creationId xmlns:a16="http://schemas.microsoft.com/office/drawing/2014/main" id="{A41BA107-8F39-6CF8-8325-39B4354DF871}"/>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529838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02 • ELECTROSTATIC DISCHARGE - REVIEW / 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Protect the board before you touch it.</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dirty="0">
                <a:solidFill>
                  <a:srgbClr val="0B0B0B"/>
                </a:solidFill>
                <a:latin typeface="Helvetica Neue"/>
                <a:ea typeface="Helvetica Neue"/>
                <a:cs typeface="Helvetica Neue"/>
              </a:rPr>
              <a:t>Static damage may be immediate or latent.</a:t>
            </a:r>
            <a:endParaRPr lang="en-US" sz="1575" b="0" dirty="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dirty="0">
                <a:solidFill>
                  <a:srgbClr val="0B0B0B"/>
                </a:solidFill>
                <a:latin typeface="Helvetica Neue"/>
                <a:ea typeface="Helvetica Neue"/>
                <a:cs typeface="Helvetica Neue"/>
              </a:rPr>
              <a:t>Discharge on grounded cabinet metal.</a:t>
            </a:r>
            <a:endParaRPr lang="en-US" sz="1575" b="0" dirty="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dirty="0">
                <a:solidFill>
                  <a:srgbClr val="0B0B0B"/>
                </a:solidFill>
                <a:latin typeface="Helvetica Neue"/>
                <a:ea typeface="Helvetica Neue"/>
                <a:cs typeface="Helvetica Neue"/>
              </a:rPr>
              <a:t>Handle boards by their edges.</a:t>
            </a:r>
            <a:endParaRPr lang="en-US" sz="1575" b="0" dirty="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When should you re-discharge?</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Why can a board fail later?</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is wrong with using the bag’s outside surface?</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The safest ESD habit is the one you repeat every call.</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824491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5A8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457DEB-870F-029A-183D-D8B55CCC8B76}"/>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a:solidFill>
                  <a:srgbClr val="4FC3E7"/>
                </a:solidFill>
                <a:latin typeface="Helvetica Neue"/>
                <a:ea typeface="Helvetica Neue"/>
                <a:cs typeface="Helvetica Neue"/>
              </a:rPr>
              <a:t>SECTION 03</a:t>
            </a:r>
          </a:p>
          <a:p>
            <a:pPr algn="ctr">
              <a:spcAft>
                <a:spcPts val="18"/>
              </a:spcAft>
              <a:buNone/>
              <a:defRPr>
                <a:latin typeface="Helvetica Neue"/>
                <a:ea typeface="Helvetica Neue"/>
                <a:cs typeface="Helvetica Neue"/>
              </a:defRPr>
            </a:pPr>
            <a:r>
              <a:rPr sz="4800" b="1">
                <a:solidFill>
                  <a:srgbClr val="FFFFFF"/>
                </a:solidFill>
                <a:latin typeface="Helvetica Neue"/>
                <a:ea typeface="Helvetica Neue"/>
                <a:cs typeface="Helvetica Neue"/>
              </a:rPr>
              <a:t>Electrical Fundamentals</a:t>
            </a:r>
          </a:p>
          <a:p>
            <a:pPr algn="ctr">
              <a:buNone/>
              <a:defRPr>
                <a:latin typeface="Helvetica Neue"/>
                <a:ea typeface="Helvetica Neue"/>
                <a:cs typeface="Helvetica Neue"/>
              </a:defRPr>
            </a:pPr>
            <a:r>
              <a:rPr sz="2300">
                <a:solidFill>
                  <a:srgbClr val="CDECF7"/>
                </a:solidFill>
                <a:latin typeface="Helvetica Neue"/>
                <a:ea typeface="Helvetica Neue"/>
                <a:cs typeface="Helvetica Neue"/>
              </a:rPr>
              <a:t>Voltage pushes. Resistance limits. Current flows.</a:t>
            </a:r>
          </a:p>
        </p:txBody>
      </p:sp>
    </p:spTree>
    <p:extLst>
      <p:ext uri="{BB962C8B-B14F-4D97-AF65-F5344CB8AC3E}">
        <p14:creationId xmlns:p14="http://schemas.microsoft.com/office/powerpoint/2010/main" val="1337466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0FBAFDAA-C215-42E1-CCB0-C34B81385783}"/>
              </a:ext>
            </a:extLst>
          </p:cNvPr>
          <p:cNvPicPr>
            <a:picLocks noChangeAspect="1"/>
          </p:cNvPicPr>
          <p:nvPr/>
        </p:nvPicPr>
        <p:blipFill>
          <a:blip r:embed="rId3"/>
          <a:stretch>
            <a:fillRect/>
          </a:stretch>
        </p:blipFill>
        <p:spPr>
          <a:xfrm>
            <a:off x="5358641" y="2669554"/>
            <a:ext cx="1231763" cy="12428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0" name="Rectangle 19">
            <a:extLst>
              <a:ext uri="{FF2B5EF4-FFF2-40B4-BE49-F238E27FC236}">
                <a16:creationId xmlns:a16="http://schemas.microsoft.com/office/drawing/2014/main" id="{E73AB273-BB9B-4D74-9E37-6C1AEA23EF66}"/>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Autofit/>
          </a:bodyPr>
          <a:lstStyle/>
          <a:p>
            <a:pPr>
              <a:defRPr sz="1100" b="1" cap="all">
                <a:solidFill>
                  <a:srgbClr val="03699B"/>
                </a:solidFill>
                <a:latin typeface="Helvetica Neue"/>
                <a:ea typeface="Helvetica Neue"/>
                <a:cs typeface="Helvetica Neue"/>
              </a:defRPr>
            </a:pPr>
            <a:r>
              <a:rPr lang="en-US" sz="1050" b="1" cap="all">
                <a:solidFill>
                  <a:srgbClr val="2C5A8C"/>
                </a:solidFill>
                <a:latin typeface="Helvetica Neue"/>
                <a:ea typeface="Helvetica Neue"/>
                <a:cs typeface="Helvetica Neue"/>
              </a:rPr>
              <a:t>03 • ELECTRICAL FUNDAMENTALS - Safety</a:t>
            </a:r>
          </a:p>
        </p:txBody>
      </p:sp>
      <p:sp>
        <p:nvSpPr>
          <p:cNvPr id="2" name="Rectangle 1">
            <a:extLst>
              <a:ext uri="{FF2B5EF4-FFF2-40B4-BE49-F238E27FC236}">
                <a16:creationId xmlns:a16="http://schemas.microsoft.com/office/drawing/2014/main" id="{38826414-BEA7-448A-BBDC-EE2BCC89DCFC}"/>
              </a:ext>
            </a:extLst>
          </p:cNvPr>
          <p:cNvSpPr>
            <a:spLocks noGrp="1"/>
          </p:cNvSpPr>
          <p:nvPr/>
        </p:nvSpPr>
        <p:spPr>
          <a:xfrm>
            <a:off x="400050" y="571500"/>
            <a:ext cx="10477500" cy="647700"/>
          </a:xfrm>
          <a:prstGeom prst="rect">
            <a:avLst/>
          </a:prstGeom>
          <a:noFill/>
          <a:ln w="0">
            <a:noFill/>
            <a:prstDash val="solid"/>
          </a:ln>
        </p:spPr>
        <p:txBody>
          <a:bodyPr wrap="square" lIns="0" tIns="0" rIns="0" bIns="0" anchor="t">
            <a:noAutofit/>
          </a:bodyPr>
          <a:lstStyle/>
          <a:p>
            <a:pPr algn="l">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If someone is being shocked, protect yourself first.</a:t>
            </a:r>
          </a:p>
        </p:txBody>
      </p:sp>
      <p:sp>
        <p:nvSpPr>
          <p:cNvPr id="4" name="Rectangle 3">
            <a:extLst>
              <a:ext uri="{FF2B5EF4-FFF2-40B4-BE49-F238E27FC236}">
                <a16:creationId xmlns:a16="http://schemas.microsoft.com/office/drawing/2014/main" id="{7BDA70A9-BEBD-4739-B6FC-1727D4856DA5}"/>
              </a:ext>
            </a:extLst>
          </p:cNvPr>
          <p:cNvSpPr>
            <a:spLocks noGrp="1"/>
          </p:cNvSpPr>
          <p:nvPr/>
        </p:nvSpPr>
        <p:spPr>
          <a:xfrm>
            <a:off x="400050" y="1809750"/>
            <a:ext cx="4000500" cy="266700"/>
          </a:xfrm>
          <a:prstGeom prst="rect">
            <a:avLst/>
          </a:prstGeom>
          <a:noFill/>
          <a:ln w="0">
            <a:noFill/>
            <a:prstDash val="solid"/>
          </a:ln>
        </p:spPr>
        <p:txBody>
          <a:bodyPr wrap="square" lIns="0" tIns="0" rIns="0" bIns="0" anchor="t">
            <a:noAutofit/>
          </a:bodyPr>
          <a:lstStyle/>
          <a:p>
            <a:pPr algn="l">
              <a:defRPr sz="1200" b="1">
                <a:solidFill>
                  <a:srgbClr val="3D8DFF"/>
                </a:solidFill>
                <a:latin typeface="Helvetica Neue"/>
                <a:ea typeface="Helvetica Neue"/>
                <a:cs typeface="Helvetica Neue"/>
              </a:defRPr>
            </a:pPr>
            <a:r>
              <a:rPr sz="1200" b="1">
                <a:solidFill>
                  <a:srgbClr val="2C5A8C"/>
                </a:solidFill>
                <a:latin typeface="Helvetica Neue"/>
                <a:ea typeface="Helvetica Neue"/>
                <a:cs typeface="Helvetica Neue"/>
              </a:rPr>
              <a:t>A REAL-WORLD MISTAKE</a:t>
            </a:r>
          </a:p>
        </p:txBody>
      </p:sp>
      <p:sp>
        <p:nvSpPr>
          <p:cNvPr id="5" name="Rectangle 4">
            <a:extLst>
              <a:ext uri="{FF2B5EF4-FFF2-40B4-BE49-F238E27FC236}">
                <a16:creationId xmlns:a16="http://schemas.microsoft.com/office/drawing/2014/main" id="{0CF20CAE-C91B-4C9C-985B-82C6D58A3348}"/>
              </a:ext>
            </a:extLst>
          </p:cNvPr>
          <p:cNvSpPr>
            <a:spLocks noGrp="1"/>
          </p:cNvSpPr>
          <p:nvPr/>
        </p:nvSpPr>
        <p:spPr>
          <a:xfrm>
            <a:off x="400050" y="2209800"/>
            <a:ext cx="4953000" cy="952500"/>
          </a:xfrm>
          <a:prstGeom prst="rect">
            <a:avLst/>
          </a:prstGeom>
          <a:noFill/>
          <a:ln w="0">
            <a:noFill/>
            <a:prstDash val="solid"/>
          </a:ln>
        </p:spPr>
        <p:txBody>
          <a:bodyPr wrap="square" lIns="0" tIns="0" rIns="0" bIns="0" anchor="t">
            <a:normAutofit/>
          </a:bodyPr>
          <a:lstStyle/>
          <a:p>
            <a:pPr algn="l">
              <a:defRPr sz="1800" b="1">
                <a:solidFill>
                  <a:srgbClr val="0B0B0B"/>
                </a:solidFill>
                <a:latin typeface="Helvetica Neue"/>
                <a:ea typeface="Helvetica Neue"/>
                <a:cs typeface="Helvetica Neue"/>
              </a:defRPr>
            </a:pPr>
            <a:r>
              <a:rPr sz="1800" b="1">
                <a:solidFill>
                  <a:srgbClr val="0B0B0B"/>
                </a:solidFill>
                <a:latin typeface="Helvetica Neue"/>
                <a:ea typeface="Helvetica Neue"/>
                <a:cs typeface="Helvetica Neue"/>
              </a:rPr>
              <a:t>Someone touches exposed metal leads while plugging equipment into AC. The person may be unable to let go.</a:t>
            </a:r>
          </a:p>
        </p:txBody>
      </p:sp>
      <p:sp>
        <p:nvSpPr>
          <p:cNvPr id="6" name="Rectangle 5">
            <a:extLst>
              <a:ext uri="{FF2B5EF4-FFF2-40B4-BE49-F238E27FC236}">
                <a16:creationId xmlns:a16="http://schemas.microsoft.com/office/drawing/2014/main" id="{039A9BA5-A07A-44B2-9D5B-EF675A678535}"/>
              </a:ext>
            </a:extLst>
          </p:cNvPr>
          <p:cNvSpPr>
            <a:spLocks noGrp="1"/>
          </p:cNvSpPr>
          <p:nvPr/>
        </p:nvSpPr>
        <p:spPr>
          <a:xfrm>
            <a:off x="400050" y="3524250"/>
            <a:ext cx="4953000" cy="723900"/>
          </a:xfrm>
          <a:prstGeom prst="rect">
            <a:avLst/>
          </a:prstGeom>
          <a:noFill/>
          <a:ln w="0">
            <a:noFill/>
            <a:prstDash val="solid"/>
          </a:ln>
        </p:spPr>
        <p:txBody>
          <a:bodyPr wrap="square" lIns="0" tIns="0" rIns="0" bIns="0" anchor="t">
            <a:normAutofit/>
          </a:bodyPr>
          <a:lstStyle/>
          <a:p>
            <a:pPr algn="l">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The first rule is simple: do not become the second person in the circuit.</a:t>
            </a:r>
          </a:p>
        </p:txBody>
      </p:sp>
      <p:sp>
        <p:nvSpPr>
          <p:cNvPr id="7" name="Rectangle 6">
            <a:extLst>
              <a:ext uri="{FF2B5EF4-FFF2-40B4-BE49-F238E27FC236}">
                <a16:creationId xmlns:a16="http://schemas.microsoft.com/office/drawing/2014/main" id="{FAB9D826-CC84-4B9C-A02C-0ADF5DC7BB05}"/>
              </a:ext>
            </a:extLst>
          </p:cNvPr>
          <p:cNvSpPr>
            <a:spLocks noGrp="1"/>
          </p:cNvSpPr>
          <p:nvPr/>
        </p:nvSpPr>
        <p:spPr>
          <a:xfrm>
            <a:off x="304800" y="4395107"/>
            <a:ext cx="4953000" cy="552450"/>
          </a:xfrm>
          <a:prstGeom prst="rect">
            <a:avLst/>
          </a:prstGeom>
          <a:solidFill>
            <a:srgbClr val="FFF0F0"/>
          </a:solidFill>
          <a:ln w="19050">
            <a:solidFill>
              <a:srgbClr val="C65353"/>
            </a:solidFill>
            <a:prstDash val="solid"/>
          </a:ln>
        </p:spPr>
        <p:txBody>
          <a:bodyPr wrap="square" lIns="95250" tIns="95250" rIns="95250" bIns="95250" anchor="ctr">
            <a:normAutofit/>
          </a:bodyPr>
          <a:lstStyle/>
          <a:p>
            <a:pPr algn="ctr">
              <a:defRPr sz="1500" b="1">
                <a:solidFill>
                  <a:srgbClr val="C65353"/>
                </a:solidFill>
                <a:latin typeface="Helvetica Neue"/>
                <a:ea typeface="Helvetica Neue"/>
                <a:cs typeface="Helvetica Neue"/>
              </a:defRPr>
            </a:pPr>
            <a:r>
              <a:rPr sz="1500" b="1" dirty="0">
                <a:solidFill>
                  <a:srgbClr val="C65353"/>
                </a:solidFill>
                <a:latin typeface="Helvetica Neue"/>
                <a:ea typeface="Helvetica Neue"/>
                <a:cs typeface="Helvetica Neue"/>
              </a:rPr>
              <a:t>DO NOT U</a:t>
            </a:r>
            <a:r>
              <a:rPr lang="en-US" sz="1500" b="1" dirty="0">
                <a:solidFill>
                  <a:srgbClr val="C65353"/>
                </a:solidFill>
                <a:latin typeface="Helvetica Neue"/>
                <a:ea typeface="Helvetica Neue"/>
                <a:cs typeface="Helvetica Neue"/>
              </a:rPr>
              <a:t>S</a:t>
            </a:r>
            <a:r>
              <a:rPr sz="1500" b="1" dirty="0">
                <a:solidFill>
                  <a:srgbClr val="C65353"/>
                </a:solidFill>
                <a:latin typeface="Helvetica Neue"/>
                <a:ea typeface="Helvetica Neue"/>
                <a:cs typeface="Helvetica Neue"/>
              </a:rPr>
              <a:t>E A BELT OR METAL OBJECT</a:t>
            </a:r>
          </a:p>
        </p:txBody>
      </p:sp>
      <p:sp>
        <p:nvSpPr>
          <p:cNvPr id="8" name="Rectangle 7">
            <a:extLst>
              <a:ext uri="{FF2B5EF4-FFF2-40B4-BE49-F238E27FC236}">
                <a16:creationId xmlns:a16="http://schemas.microsoft.com/office/drawing/2014/main" id="{5A4EC6C3-3072-448E-9D11-5B0EAB68038E}"/>
              </a:ext>
            </a:extLst>
          </p:cNvPr>
          <p:cNvSpPr>
            <a:spLocks noGrp="1"/>
          </p:cNvSpPr>
          <p:nvPr/>
        </p:nvSpPr>
        <p:spPr>
          <a:xfrm>
            <a:off x="400050" y="5102678"/>
            <a:ext cx="4953000" cy="745672"/>
          </a:xfrm>
          <a:prstGeom prst="rect">
            <a:avLst/>
          </a:prstGeom>
          <a:noFill/>
          <a:ln w="0">
            <a:noFill/>
            <a:prstDash val="solid"/>
          </a:ln>
        </p:spPr>
        <p:txBody>
          <a:bodyPr wrap="square" lIns="0" tIns="0" rIns="0" bIns="0" anchor="t">
            <a:normAutofit/>
          </a:bodyPr>
          <a:lstStyle/>
          <a:p>
            <a:pPr algn="l">
              <a:defRPr sz="1350" b="0">
                <a:solidFill>
                  <a:srgbClr val="4B5563"/>
                </a:solidFill>
                <a:latin typeface="Helvetica Neue"/>
                <a:ea typeface="Helvetica Neue"/>
                <a:cs typeface="Helvetica Neue"/>
              </a:defRPr>
            </a:pPr>
            <a:r>
              <a:rPr sz="1350" b="0" dirty="0">
                <a:solidFill>
                  <a:srgbClr val="4B5563"/>
                </a:solidFill>
                <a:latin typeface="Helvetica Neue"/>
                <a:ea typeface="Helvetica Neue"/>
                <a:cs typeface="Helvetica Neue"/>
              </a:rPr>
              <a:t>Leather may be wet or have metal hardware. Use only a dry, clean, known nonconductive object—and only as a last resort.</a:t>
            </a:r>
          </a:p>
        </p:txBody>
      </p:sp>
      <p:sp>
        <p:nvSpPr>
          <p:cNvPr id="9" name="Rectangle 8">
            <a:extLst>
              <a:ext uri="{FF2B5EF4-FFF2-40B4-BE49-F238E27FC236}">
                <a16:creationId xmlns:a16="http://schemas.microsoft.com/office/drawing/2014/main" id="{CB08B4F7-6FC6-4843-9A52-A4F838C41D07}"/>
              </a:ext>
            </a:extLst>
          </p:cNvPr>
          <p:cNvSpPr>
            <a:spLocks noGrp="1"/>
          </p:cNvSpPr>
          <p:nvPr/>
        </p:nvSpPr>
        <p:spPr>
          <a:xfrm>
            <a:off x="6572250" y="1809750"/>
            <a:ext cx="4476750" cy="742950"/>
          </a:xfrm>
          <a:prstGeom prst="rect">
            <a:avLst/>
          </a:prstGeom>
          <a:solidFill>
            <a:srgbClr val="FFF0F0"/>
          </a:solidFill>
          <a:ln w="19050">
            <a:solidFill>
              <a:srgbClr val="C65353"/>
            </a:solidFill>
            <a:prstDash val="solid"/>
          </a:ln>
        </p:spPr>
        <p:txBody>
          <a:bodyPr wrap="square" lIns="95250" tIns="95250" rIns="95250" bIns="95250" anchor="ctr">
            <a:normAutofit/>
          </a:bodyPr>
          <a:lstStyle/>
          <a:p>
            <a:pPr algn="ctr">
              <a:defRPr sz="1950" b="1">
                <a:solidFill>
                  <a:srgbClr val="C65353"/>
                </a:solidFill>
                <a:latin typeface="Helvetica Neue"/>
                <a:ea typeface="Helvetica Neue"/>
                <a:cs typeface="Helvetica Neue"/>
              </a:defRPr>
            </a:pPr>
            <a:r>
              <a:rPr sz="1950" b="1">
                <a:solidFill>
                  <a:srgbClr val="C65353"/>
                </a:solidFill>
                <a:latin typeface="Helvetica Neue"/>
                <a:ea typeface="Helvetica Neue"/>
                <a:cs typeface="Helvetica Neue"/>
              </a:rPr>
              <a:t>DO NOT GRAB THE PERSON</a:t>
            </a:r>
          </a:p>
        </p:txBody>
      </p:sp>
      <p:sp>
        <p:nvSpPr>
          <p:cNvPr id="10" name="Rectangle 9">
            <a:extLst>
              <a:ext uri="{FF2B5EF4-FFF2-40B4-BE49-F238E27FC236}">
                <a16:creationId xmlns:a16="http://schemas.microsoft.com/office/drawing/2014/main" id="{DAD68B4B-BE72-4E76-BF48-9B0557D4416A}"/>
              </a:ext>
            </a:extLst>
          </p:cNvPr>
          <p:cNvSpPr>
            <a:spLocks noGrp="1"/>
          </p:cNvSpPr>
          <p:nvPr/>
        </p:nvSpPr>
        <p:spPr>
          <a:xfrm>
            <a:off x="6762750" y="2952750"/>
            <a:ext cx="400050" cy="323850"/>
          </a:xfrm>
          <a:prstGeom prst="rect">
            <a:avLst/>
          </a:prstGeom>
          <a:noFill/>
          <a:ln w="0">
            <a:noFill/>
            <a:prstDash val="solid"/>
          </a:ln>
        </p:spPr>
        <p:txBody>
          <a:bodyPr wrap="square" lIns="0" tIns="0" rIns="0" bIns="0" anchor="t">
            <a:noAutofit/>
          </a:bodyPr>
          <a:lstStyle/>
          <a:p>
            <a:pPr algn="l">
              <a:defRPr sz="1800" b="1">
                <a:solidFill>
                  <a:srgbClr val="3D8DFF"/>
                </a:solidFill>
                <a:latin typeface="Helvetica Neue"/>
                <a:ea typeface="Helvetica Neue"/>
                <a:cs typeface="Helvetica Neue"/>
              </a:defRPr>
            </a:pPr>
            <a:r>
              <a:rPr sz="1800" b="1">
                <a:solidFill>
                  <a:srgbClr val="2C5A8C"/>
                </a:solidFill>
                <a:latin typeface="Helvetica Neue"/>
                <a:ea typeface="Helvetica Neue"/>
                <a:cs typeface="Helvetica Neue"/>
              </a:rPr>
              <a:t>1</a:t>
            </a:r>
          </a:p>
        </p:txBody>
      </p:sp>
      <p:sp>
        <p:nvSpPr>
          <p:cNvPr id="11" name="Rectangle 10">
            <a:extLst>
              <a:ext uri="{FF2B5EF4-FFF2-40B4-BE49-F238E27FC236}">
                <a16:creationId xmlns:a16="http://schemas.microsoft.com/office/drawing/2014/main" id="{9844CD5B-D5EF-4C5A-B1E0-84C7B8F212DC}"/>
              </a:ext>
            </a:extLst>
          </p:cNvPr>
          <p:cNvSpPr>
            <a:spLocks noGrp="1"/>
          </p:cNvSpPr>
          <p:nvPr/>
        </p:nvSpPr>
        <p:spPr>
          <a:xfrm>
            <a:off x="7239000" y="2933700"/>
            <a:ext cx="3714750" cy="400050"/>
          </a:xfrm>
          <a:prstGeom prst="rect">
            <a:avLst/>
          </a:prstGeom>
          <a:noFill/>
          <a:ln w="0">
            <a:noFill/>
            <a:prstDash val="solid"/>
          </a:ln>
        </p:spPr>
        <p:txBody>
          <a:bodyPr wrap="square" lIns="0" tIns="0" rIns="0" bIns="0" anchor="t">
            <a:normAutofit fontScale="98333"/>
          </a:bodyPr>
          <a:lstStyle/>
          <a:p>
            <a:pPr algn="l">
              <a:defRPr sz="1575" b="1">
                <a:solidFill>
                  <a:srgbClr val="0B0B0B"/>
                </a:solidFill>
                <a:latin typeface="Helvetica Neue"/>
                <a:ea typeface="Helvetica Neue"/>
                <a:cs typeface="Helvetica Neue"/>
              </a:defRPr>
            </a:pPr>
            <a:r>
              <a:rPr sz="1200" b="1">
                <a:solidFill>
                  <a:srgbClr val="0B0B0B"/>
                </a:solidFill>
                <a:latin typeface="Helvetica Neue"/>
                <a:ea typeface="Helvetica Neue"/>
                <a:cs typeface="Helvetica Neue"/>
              </a:rPr>
              <a:t>Shut off or unplug the power only if you can do it safely.</a:t>
            </a:r>
          </a:p>
        </p:txBody>
      </p:sp>
      <p:sp>
        <p:nvSpPr>
          <p:cNvPr id="12" name="Rectangle 11">
            <a:extLst>
              <a:ext uri="{FF2B5EF4-FFF2-40B4-BE49-F238E27FC236}">
                <a16:creationId xmlns:a16="http://schemas.microsoft.com/office/drawing/2014/main" id="{169B6B46-2347-4241-A2E5-55D65DC6C574}"/>
              </a:ext>
            </a:extLst>
          </p:cNvPr>
          <p:cNvSpPr>
            <a:spLocks noGrp="1"/>
          </p:cNvSpPr>
          <p:nvPr/>
        </p:nvSpPr>
        <p:spPr>
          <a:xfrm>
            <a:off x="6762750" y="3714750"/>
            <a:ext cx="400050" cy="323850"/>
          </a:xfrm>
          <a:prstGeom prst="rect">
            <a:avLst/>
          </a:prstGeom>
          <a:noFill/>
          <a:ln w="0">
            <a:noFill/>
            <a:prstDash val="solid"/>
          </a:ln>
        </p:spPr>
        <p:txBody>
          <a:bodyPr wrap="square" lIns="0" tIns="0" rIns="0" bIns="0" anchor="t">
            <a:noAutofit/>
          </a:bodyPr>
          <a:lstStyle/>
          <a:p>
            <a:pPr algn="l">
              <a:defRPr sz="1800" b="1">
                <a:solidFill>
                  <a:srgbClr val="3D8DFF"/>
                </a:solidFill>
                <a:latin typeface="Helvetica Neue"/>
                <a:ea typeface="Helvetica Neue"/>
                <a:cs typeface="Helvetica Neue"/>
              </a:defRPr>
            </a:pPr>
            <a:r>
              <a:rPr sz="1800" b="1">
                <a:solidFill>
                  <a:srgbClr val="2C5A8C"/>
                </a:solidFill>
                <a:latin typeface="Helvetica Neue"/>
                <a:ea typeface="Helvetica Neue"/>
                <a:cs typeface="Helvetica Neue"/>
              </a:rPr>
              <a:t>2</a:t>
            </a:r>
          </a:p>
        </p:txBody>
      </p:sp>
      <p:sp>
        <p:nvSpPr>
          <p:cNvPr id="13" name="Rectangle 12">
            <a:extLst>
              <a:ext uri="{FF2B5EF4-FFF2-40B4-BE49-F238E27FC236}">
                <a16:creationId xmlns:a16="http://schemas.microsoft.com/office/drawing/2014/main" id="{56231464-6A90-48CF-9B1C-D3D542033CD6}"/>
              </a:ext>
            </a:extLst>
          </p:cNvPr>
          <p:cNvSpPr>
            <a:spLocks noGrp="1"/>
          </p:cNvSpPr>
          <p:nvPr/>
        </p:nvSpPr>
        <p:spPr>
          <a:xfrm>
            <a:off x="7239000" y="3667125"/>
            <a:ext cx="3714750" cy="685800"/>
          </a:xfrm>
          <a:prstGeom prst="rect">
            <a:avLst/>
          </a:prstGeom>
          <a:noFill/>
          <a:ln w="0">
            <a:noFill/>
            <a:prstDash val="solid"/>
          </a:ln>
        </p:spPr>
        <p:txBody>
          <a:bodyPr wrap="square" lIns="0" tIns="0" rIns="0" bIns="0" anchor="t">
            <a:noAutofit/>
          </a:bodyPr>
          <a:lstStyle/>
          <a:p>
            <a:pPr algn="l">
              <a:defRPr sz="1200" b="1">
                <a:solidFill>
                  <a:srgbClr val="0B0B0B"/>
                </a:solidFill>
                <a:latin typeface="Helvetica Neue"/>
                <a:ea typeface="Helvetica Neue"/>
                <a:cs typeface="Helvetica Neue"/>
              </a:defRPr>
            </a:pPr>
            <a:r>
              <a:rPr sz="1200" b="1">
                <a:solidFill>
                  <a:srgbClr val="0B0B0B"/>
                </a:solidFill>
                <a:latin typeface="Helvetica Neue"/>
                <a:ea typeface="Helvetica Neue"/>
                <a:cs typeface="Helvetica Neue"/>
              </a:rPr>
              <a:t>If power cannot be shut off immediately, use a dry, clean, known nonconductive object—such as a wooden board or plastic handle—to separate the person from the source. Do not attempt this around high voltage.</a:t>
            </a:r>
          </a:p>
        </p:txBody>
      </p:sp>
      <p:sp>
        <p:nvSpPr>
          <p:cNvPr id="14" name="Rectangle 13">
            <a:extLst>
              <a:ext uri="{FF2B5EF4-FFF2-40B4-BE49-F238E27FC236}">
                <a16:creationId xmlns:a16="http://schemas.microsoft.com/office/drawing/2014/main" id="{5036FA45-1210-47C0-945A-6EB6888558F5}"/>
              </a:ext>
            </a:extLst>
          </p:cNvPr>
          <p:cNvSpPr>
            <a:spLocks noGrp="1"/>
          </p:cNvSpPr>
          <p:nvPr/>
        </p:nvSpPr>
        <p:spPr>
          <a:xfrm>
            <a:off x="6762750" y="4810125"/>
            <a:ext cx="400050" cy="323850"/>
          </a:xfrm>
          <a:prstGeom prst="rect">
            <a:avLst/>
          </a:prstGeom>
          <a:noFill/>
          <a:ln w="0">
            <a:noFill/>
            <a:prstDash val="solid"/>
          </a:ln>
        </p:spPr>
        <p:txBody>
          <a:bodyPr wrap="square" lIns="0" tIns="0" rIns="0" bIns="0" anchor="t">
            <a:noAutofit/>
          </a:bodyPr>
          <a:lstStyle/>
          <a:p>
            <a:pPr algn="l">
              <a:defRPr sz="1800" b="1">
                <a:solidFill>
                  <a:srgbClr val="3D8DFF"/>
                </a:solidFill>
                <a:latin typeface="Helvetica Neue"/>
                <a:ea typeface="Helvetica Neue"/>
                <a:cs typeface="Helvetica Neue"/>
              </a:defRPr>
            </a:pPr>
            <a:r>
              <a:rPr sz="1800" b="1">
                <a:solidFill>
                  <a:srgbClr val="2C5A8C"/>
                </a:solidFill>
                <a:latin typeface="Helvetica Neue"/>
                <a:ea typeface="Helvetica Neue"/>
                <a:cs typeface="Helvetica Neue"/>
              </a:rPr>
              <a:t>3</a:t>
            </a:r>
          </a:p>
        </p:txBody>
      </p:sp>
      <p:sp>
        <p:nvSpPr>
          <p:cNvPr id="15" name="Rectangle 14">
            <a:extLst>
              <a:ext uri="{FF2B5EF4-FFF2-40B4-BE49-F238E27FC236}">
                <a16:creationId xmlns:a16="http://schemas.microsoft.com/office/drawing/2014/main" id="{EF74B202-A1E9-45A2-AE9D-6903DAD0148A}"/>
              </a:ext>
            </a:extLst>
          </p:cNvPr>
          <p:cNvSpPr>
            <a:spLocks noGrp="1"/>
          </p:cNvSpPr>
          <p:nvPr/>
        </p:nvSpPr>
        <p:spPr>
          <a:xfrm>
            <a:off x="7239000" y="4791075"/>
            <a:ext cx="3714750" cy="419100"/>
          </a:xfrm>
          <a:prstGeom prst="rect">
            <a:avLst/>
          </a:prstGeom>
          <a:noFill/>
          <a:ln w="0">
            <a:noFill/>
            <a:prstDash val="solid"/>
          </a:ln>
        </p:spPr>
        <p:txBody>
          <a:bodyPr wrap="square" lIns="0" tIns="0" rIns="0" bIns="0" anchor="t">
            <a:normAutofit fontScale="81876" lnSpcReduction="10000"/>
          </a:bodyPr>
          <a:lstStyle/>
          <a:p>
            <a:pPr algn="l">
              <a:defRPr sz="1425" b="1">
                <a:solidFill>
                  <a:srgbClr val="0B0B0B"/>
                </a:solidFill>
                <a:latin typeface="Helvetica Neue"/>
                <a:ea typeface="Helvetica Neue"/>
                <a:cs typeface="Helvetica Neue"/>
              </a:defRPr>
            </a:pPr>
            <a:r>
              <a:rPr sz="1425" b="1">
                <a:solidFill>
                  <a:srgbClr val="0B0B0B"/>
                </a:solidFill>
                <a:latin typeface="Helvetica Neue"/>
                <a:ea typeface="Helvetica Neue"/>
                <a:cs typeface="Helvetica Neue"/>
              </a:rPr>
              <a:t>Call 911 or the site emergency response number. Do not approach until the scene is safe.</a:t>
            </a:r>
          </a:p>
        </p:txBody>
      </p:sp>
      <p:sp>
        <p:nvSpPr>
          <p:cNvPr id="16" name="Rectangle 15">
            <a:extLst>
              <a:ext uri="{FF2B5EF4-FFF2-40B4-BE49-F238E27FC236}">
                <a16:creationId xmlns:a16="http://schemas.microsoft.com/office/drawing/2014/main" id="{39429EFB-7A75-483A-AAEB-ED95EC7D34B2}"/>
              </a:ext>
            </a:extLst>
          </p:cNvPr>
          <p:cNvSpPr>
            <a:spLocks noGrp="1"/>
          </p:cNvSpPr>
          <p:nvPr/>
        </p:nvSpPr>
        <p:spPr>
          <a:xfrm>
            <a:off x="6762750" y="5429250"/>
            <a:ext cx="400050" cy="323850"/>
          </a:xfrm>
          <a:prstGeom prst="rect">
            <a:avLst/>
          </a:prstGeom>
          <a:noFill/>
          <a:ln w="0">
            <a:noFill/>
            <a:prstDash val="solid"/>
          </a:ln>
        </p:spPr>
        <p:txBody>
          <a:bodyPr wrap="square" lIns="0" tIns="0" rIns="0" bIns="0" anchor="t">
            <a:noAutofit/>
          </a:bodyPr>
          <a:lstStyle/>
          <a:p>
            <a:pPr algn="l">
              <a:defRPr sz="1800" b="1">
                <a:solidFill>
                  <a:srgbClr val="3D8DFF"/>
                </a:solidFill>
                <a:latin typeface="Helvetica Neue"/>
                <a:ea typeface="Helvetica Neue"/>
                <a:cs typeface="Helvetica Neue"/>
              </a:defRPr>
            </a:pPr>
            <a:r>
              <a:rPr sz="1800" b="1">
                <a:solidFill>
                  <a:srgbClr val="2C5A8C"/>
                </a:solidFill>
                <a:latin typeface="Helvetica Neue"/>
                <a:ea typeface="Helvetica Neue"/>
                <a:cs typeface="Helvetica Neue"/>
              </a:rPr>
              <a:t>4</a:t>
            </a:r>
          </a:p>
        </p:txBody>
      </p:sp>
      <p:sp>
        <p:nvSpPr>
          <p:cNvPr id="17" name="Rectangle 16">
            <a:extLst>
              <a:ext uri="{FF2B5EF4-FFF2-40B4-BE49-F238E27FC236}">
                <a16:creationId xmlns:a16="http://schemas.microsoft.com/office/drawing/2014/main" id="{7489EB84-0F52-4202-A535-2C54D773C8BC}"/>
              </a:ext>
            </a:extLst>
          </p:cNvPr>
          <p:cNvSpPr>
            <a:spLocks noGrp="1"/>
          </p:cNvSpPr>
          <p:nvPr/>
        </p:nvSpPr>
        <p:spPr>
          <a:xfrm>
            <a:off x="7239000" y="5410200"/>
            <a:ext cx="3714750" cy="419100"/>
          </a:xfrm>
          <a:prstGeom prst="rect">
            <a:avLst/>
          </a:prstGeom>
          <a:noFill/>
          <a:ln w="0">
            <a:noFill/>
            <a:prstDash val="solid"/>
          </a:ln>
        </p:spPr>
        <p:txBody>
          <a:bodyPr wrap="square" lIns="0" tIns="0" rIns="0" bIns="0" anchor="t">
            <a:normAutofit fontScale="96491"/>
          </a:bodyPr>
          <a:lstStyle/>
          <a:p>
            <a:pPr algn="l">
              <a:defRPr sz="1425" b="1">
                <a:solidFill>
                  <a:srgbClr val="0B0B0B"/>
                </a:solidFill>
                <a:latin typeface="Helvetica Neue"/>
                <a:ea typeface="Helvetica Neue"/>
                <a:cs typeface="Helvetica Neue"/>
              </a:defRPr>
            </a:pPr>
            <a:r>
              <a:rPr sz="1200" b="1">
                <a:solidFill>
                  <a:srgbClr val="0B0B0B"/>
                </a:solidFill>
                <a:latin typeface="Helvetica Neue"/>
                <a:ea typeface="Helvetica Neue"/>
                <a:cs typeface="Helvetica Neue"/>
              </a:rPr>
              <a:t>Then provide first aid or CPR if trained; follow dispatcher instructions.</a:t>
            </a:r>
          </a:p>
        </p:txBody>
      </p:sp>
      <p:sp>
        <p:nvSpPr>
          <p:cNvPr id="18" name="Rectangle 17">
            <a:extLst>
              <a:ext uri="{FF2B5EF4-FFF2-40B4-BE49-F238E27FC236}">
                <a16:creationId xmlns:a16="http://schemas.microsoft.com/office/drawing/2014/main" id="{B071464F-3156-402F-8DA1-1598CEAECF82}"/>
              </a:ext>
            </a:extLst>
          </p:cNvPr>
          <p:cNvSpPr>
            <a:spLocks noGrp="1"/>
          </p:cNvSpPr>
          <p:nvPr/>
        </p:nvSpPr>
        <p:spPr>
          <a:xfrm>
            <a:off x="381000" y="6324600"/>
            <a:ext cx="10572750" cy="266700"/>
          </a:xfrm>
          <a:prstGeom prst="rect">
            <a:avLst/>
          </a:prstGeom>
          <a:noFill/>
          <a:ln w="0">
            <a:noFill/>
            <a:prstDash val="solid"/>
          </a:ln>
        </p:spPr>
        <p:txBody>
          <a:bodyPr wrap="square" lIns="0" tIns="0" rIns="0" bIns="0" anchor="t">
            <a:noAutofit/>
          </a:bodyPr>
          <a:lstStyle/>
          <a:p>
            <a:pPr algn="ctr">
              <a:defRPr sz="1650" b="1">
                <a:solidFill>
                  <a:srgbClr val="3D8DFF"/>
                </a:solidFill>
                <a:latin typeface="Helvetica Neue"/>
                <a:ea typeface="Helvetica Neue"/>
                <a:cs typeface="Helvetica Neue"/>
              </a:defRPr>
            </a:pPr>
            <a:r>
              <a:rPr sz="1650" b="1">
                <a:solidFill>
                  <a:srgbClr val="2C5A8C"/>
                </a:solidFill>
                <a:latin typeface="Helvetica Neue"/>
                <a:ea typeface="Helvetica Neue"/>
                <a:cs typeface="Helvetica Neue"/>
              </a:rPr>
              <a:t>When in doubt: step back, keep others away, and wait for trained help.</a:t>
            </a:r>
          </a:p>
        </p:txBody>
      </p:sp>
      <p:sp>
        <p:nvSpPr>
          <p:cNvPr id="21" name="Straight Connector 20">
            <a:extLst>
              <a:ext uri="{FF2B5EF4-FFF2-40B4-BE49-F238E27FC236}">
                <a16:creationId xmlns:a16="http://schemas.microsoft.com/office/drawing/2014/main" id="{4D8EC03E-B8D8-ED7B-B61E-774BDB38E2C3}"/>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48990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6F8C8-C5BB-95C8-A854-B371331CAEF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19D20C40-B292-F676-C077-14501E89A989}"/>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fontScale="92500"/>
          </a:bodyPr>
          <a:lstStyle/>
          <a:p>
            <a:pPr>
              <a:defRPr sz="1100" b="1" cap="all">
                <a:solidFill>
                  <a:srgbClr val="03699B"/>
                </a:solidFill>
                <a:latin typeface="Helvetica Neue"/>
                <a:ea typeface="Helvetica Neue"/>
                <a:cs typeface="Helvetica Neue"/>
              </a:defRPr>
            </a:pPr>
            <a:r>
              <a:rPr lang="en-US" sz="1100" b="1" cap="all">
                <a:solidFill>
                  <a:srgbClr val="2C5A8C"/>
                </a:solidFill>
                <a:latin typeface="Helvetica Neue"/>
                <a:ea typeface="Helvetica Neue"/>
                <a:cs typeface="Helvetica Neue"/>
              </a:rPr>
              <a:t>03 • ELECTRICAL FUNDAMENTALS - BASIC ELECTRICAL UNDERSTANDING</a:t>
            </a:r>
            <a:endParaRPr sz="1100" b="1" cap="all">
              <a:solidFill>
                <a:srgbClr val="2C5A8C"/>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EADD60E3-D6EC-0482-3AEF-8A01616F764B}"/>
              </a:ext>
            </a:extLst>
          </p:cNvPr>
          <p:cNvSpPr>
            <a:spLocks noGrp="1"/>
          </p:cNvSpPr>
          <p:nvPr/>
        </p:nvSpPr>
        <p:spPr>
          <a:xfrm>
            <a:off x="400050" y="571500"/>
            <a:ext cx="1172337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Basic Electrical</a:t>
            </a:r>
            <a:endParaRPr sz="2850" b="1">
              <a:solidFill>
                <a:srgbClr val="0B0B0B"/>
              </a:solidFill>
              <a:latin typeface="Helvetica Neue"/>
              <a:ea typeface="Helvetica Neue"/>
              <a:cs typeface="Helvetica Neue"/>
            </a:endParaRPr>
          </a:p>
        </p:txBody>
      </p:sp>
      <p:sp>
        <p:nvSpPr>
          <p:cNvPr id="25" name="Straight Connector 24">
            <a:extLst>
              <a:ext uri="{FF2B5EF4-FFF2-40B4-BE49-F238E27FC236}">
                <a16:creationId xmlns:a16="http://schemas.microsoft.com/office/drawing/2014/main" id="{9CFC2F69-F7A6-2D6E-0054-7EE6B72E39B0}"/>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
        <p:nvSpPr>
          <p:cNvPr id="101" name="Badge DC"/>
          <p:cNvSpPr/>
          <p:nvPr/>
        </p:nvSpPr>
        <p:spPr>
          <a:xfrm>
            <a:off x="406400" y="1535674"/>
            <a:ext cx="571500" cy="266701"/>
          </a:xfrm>
          <a:prstGeom prst="rect">
            <a:avLst/>
          </a:prstGeom>
          <a:noFill/>
          <a:ln>
            <a:noFill/>
          </a:ln>
        </p:spPr>
        <p:txBody>
          <a:bodyPr wrap="square" lIns="0" tIns="0" rIns="0" bIns="0" anchor="t">
            <a:noAutofit/>
          </a:bodyPr>
          <a:lstStyle/>
          <a:p>
            <a:pPr algn="l">
              <a:buNone/>
            </a:pPr>
            <a:r>
              <a:rPr lang="en-US" sz="1500" b="1">
                <a:solidFill>
                  <a:srgbClr val="03699B"/>
                </a:solidFill>
                <a:latin typeface="Helvetica Neue"/>
                <a:ea typeface="Helvetica Neue"/>
                <a:cs typeface="Helvetica Neue"/>
              </a:rPr>
              <a:t>01</a:t>
            </a:r>
          </a:p>
        </p:txBody>
      </p:sp>
      <p:cxnSp>
        <p:nvCxnSpPr>
          <p:cNvPr id="102" name="Line DC"/>
          <p:cNvCxnSpPr/>
          <p:nvPr/>
        </p:nvCxnSpPr>
        <p:spPr>
          <a:xfrm>
            <a:off x="406400" y="1967474"/>
            <a:ext cx="2286000" cy="0"/>
          </a:xfrm>
          <a:prstGeom prst="line">
            <a:avLst/>
          </a:prstGeom>
          <a:ln>
            <a:solidFill>
              <a:srgbClr val="03699B"/>
            </a:solidFill>
          </a:ln>
        </p:spPr>
      </p:cxnSp>
      <p:sp>
        <p:nvSpPr>
          <p:cNvPr id="111" name="Badge AC"/>
          <p:cNvSpPr/>
          <p:nvPr/>
        </p:nvSpPr>
        <p:spPr>
          <a:xfrm>
            <a:off x="6311900" y="1535674"/>
            <a:ext cx="571500" cy="266701"/>
          </a:xfrm>
          <a:prstGeom prst="rect">
            <a:avLst/>
          </a:prstGeom>
          <a:noFill/>
          <a:ln>
            <a:noFill/>
          </a:ln>
        </p:spPr>
        <p:txBody>
          <a:bodyPr wrap="square" lIns="0" tIns="0" rIns="0" bIns="0" anchor="t">
            <a:noAutofit/>
          </a:bodyPr>
          <a:lstStyle/>
          <a:p>
            <a:pPr algn="l">
              <a:buNone/>
            </a:pPr>
            <a:r>
              <a:rPr lang="en-US" sz="1500" b="1">
                <a:solidFill>
                  <a:srgbClr val="03699B"/>
                </a:solidFill>
                <a:latin typeface="Helvetica Neue"/>
                <a:ea typeface="Helvetica Neue"/>
                <a:cs typeface="Helvetica Neue"/>
              </a:rPr>
              <a:t>02</a:t>
            </a:r>
          </a:p>
        </p:txBody>
      </p:sp>
      <p:cxnSp>
        <p:nvCxnSpPr>
          <p:cNvPr id="112" name="Line AC"/>
          <p:cNvCxnSpPr/>
          <p:nvPr/>
        </p:nvCxnSpPr>
        <p:spPr>
          <a:xfrm>
            <a:off x="6311900" y="1967474"/>
            <a:ext cx="2286000" cy="0"/>
          </a:xfrm>
          <a:prstGeom prst="line">
            <a:avLst/>
          </a:prstGeom>
          <a:ln>
            <a:solidFill>
              <a:srgbClr val="03699B"/>
            </a:solidFill>
          </a:ln>
        </p:spPr>
      </p:cxnSp>
      <p:sp>
        <p:nvSpPr>
          <p:cNvPr id="113" name="Title AC"/>
          <p:cNvSpPr/>
          <p:nvPr/>
        </p:nvSpPr>
        <p:spPr>
          <a:xfrm>
            <a:off x="400050" y="2196074"/>
            <a:ext cx="5461000" cy="431800"/>
          </a:xfrm>
          <a:prstGeom prst="rect">
            <a:avLst/>
          </a:prstGeom>
          <a:noFill/>
          <a:ln>
            <a:noFill/>
          </a:ln>
        </p:spPr>
        <p:txBody>
          <a:bodyPr wrap="square" lIns="0" tIns="0" rIns="0" bIns="0" anchor="t">
            <a:noAutofit/>
          </a:bodyPr>
          <a:lstStyle/>
          <a:p>
            <a:pPr algn="l">
              <a:buNone/>
            </a:pPr>
            <a:r>
              <a:rPr lang="en-US" sz="1875" b="1">
                <a:solidFill>
                  <a:srgbClr val="0B0B0B"/>
                </a:solidFill>
                <a:latin typeface="Helvetica Neue"/>
                <a:ea typeface="Helvetica Neue"/>
                <a:cs typeface="Helvetica Neue"/>
              </a:rPr>
              <a:t>Alternating Current (AC)</a:t>
            </a:r>
          </a:p>
        </p:txBody>
      </p:sp>
      <p:sp>
        <p:nvSpPr>
          <p:cNvPr id="114" name="Def AC"/>
          <p:cNvSpPr/>
          <p:nvPr/>
        </p:nvSpPr>
        <p:spPr>
          <a:xfrm>
            <a:off x="400050" y="2704074"/>
            <a:ext cx="5461000" cy="584200"/>
          </a:xfrm>
          <a:prstGeom prst="rect">
            <a:avLst/>
          </a:prstGeom>
          <a:noFill/>
          <a:ln>
            <a:noFill/>
          </a:ln>
        </p:spPr>
        <p:txBody>
          <a:bodyPr wrap="square" lIns="0" tIns="0" rIns="0" bIns="0" anchor="t">
            <a:noAutofit/>
          </a:bodyPr>
          <a:lstStyle/>
          <a:p>
            <a:pPr algn="l">
              <a:buNone/>
            </a:pPr>
            <a:r>
              <a:rPr lang="en-US" sz="1425" b="0">
                <a:solidFill>
                  <a:srgbClr val="4B5563"/>
                </a:solidFill>
                <a:latin typeface="Helvetica Neue"/>
                <a:ea typeface="Helvetica Neue"/>
                <a:cs typeface="Helvetica Neue"/>
              </a:rPr>
              <a:t>Electric charge periodically reverses direction, cycling back and forth.</a:t>
            </a:r>
          </a:p>
        </p:txBody>
      </p:sp>
      <p:sp>
        <p:nvSpPr>
          <p:cNvPr id="115" name="Bullets AC"/>
          <p:cNvSpPr/>
          <p:nvPr/>
        </p:nvSpPr>
        <p:spPr>
          <a:xfrm>
            <a:off x="400050" y="3290332"/>
            <a:ext cx="5461000" cy="1270000"/>
          </a:xfrm>
          <a:prstGeom prst="rect">
            <a:avLst/>
          </a:prstGeom>
          <a:noFill/>
          <a:ln>
            <a:noFill/>
          </a:ln>
        </p:spPr>
        <p:txBody>
          <a:bodyPr wrap="square" lIns="0" tIns="0" rIns="0" bIns="0" anchor="t">
            <a:noAutofit/>
          </a:bodyPr>
          <a:lstStyle/>
          <a:p>
            <a:pPr marL="228600" indent="-228600" algn="l">
              <a:spcAft>
                <a:spcPts val="600"/>
              </a:spcAft>
              <a:buFont typeface="Arial"/>
              <a:buChar char="•"/>
            </a:pPr>
            <a:r>
              <a:rPr lang="en-US" sz="1425" b="1">
                <a:solidFill>
                  <a:srgbClr val="0B0B0B"/>
                </a:solidFill>
                <a:latin typeface="Helvetica Neue"/>
                <a:ea typeface="Helvetica Neue"/>
                <a:cs typeface="Helvetica Neue"/>
              </a:rPr>
              <a:t>Direction: </a:t>
            </a:r>
            <a:r>
              <a:rPr lang="en-US" sz="1425" b="0">
                <a:solidFill>
                  <a:srgbClr val="4B5563"/>
                </a:solidFill>
                <a:latin typeface="Helvetica Neue"/>
                <a:ea typeface="Helvetica Neue"/>
                <a:cs typeface="Helvetica Neue"/>
              </a:rPr>
              <a:t>reverses periodically (60 Hz in the US)</a:t>
            </a:r>
          </a:p>
          <a:p>
            <a:pPr marL="228600" indent="-228600" algn="l">
              <a:spcAft>
                <a:spcPts val="600"/>
              </a:spcAft>
              <a:buFont typeface="Arial"/>
              <a:buChar char="•"/>
            </a:pPr>
            <a:r>
              <a:rPr lang="en-US" sz="1425" b="1">
                <a:solidFill>
                  <a:srgbClr val="0B0B0B"/>
                </a:solidFill>
                <a:latin typeface="Helvetica Neue"/>
                <a:ea typeface="Helvetica Neue"/>
                <a:cs typeface="Helvetica Neue"/>
              </a:rPr>
              <a:t>Typical sources: </a:t>
            </a:r>
            <a:r>
              <a:rPr lang="en-US" sz="1425" b="0">
                <a:solidFill>
                  <a:srgbClr val="4B5563"/>
                </a:solidFill>
                <a:latin typeface="Helvetica Neue"/>
                <a:ea typeface="Helvetica Neue"/>
                <a:cs typeface="Helvetica Neue"/>
              </a:rPr>
              <a:t>wall outlets, generators, utility power grid</a:t>
            </a:r>
          </a:p>
          <a:p>
            <a:pPr marL="228600" indent="-228600" algn="l">
              <a:buFont typeface="Arial"/>
              <a:buChar char="•"/>
            </a:pPr>
            <a:r>
              <a:rPr lang="en-US" sz="1425" b="1">
                <a:solidFill>
                  <a:srgbClr val="0B0B0B"/>
                </a:solidFill>
                <a:latin typeface="Helvetica Neue"/>
                <a:ea typeface="Helvetica Neue"/>
                <a:cs typeface="Helvetica Neue"/>
              </a:rPr>
              <a:t>Common use: </a:t>
            </a:r>
            <a:r>
              <a:rPr lang="en-US" sz="1425" b="0">
                <a:solidFill>
                  <a:srgbClr val="4B5563"/>
                </a:solidFill>
                <a:latin typeface="Helvetica Neue"/>
                <a:ea typeface="Helvetica Neue"/>
                <a:cs typeface="Helvetica Neue"/>
              </a:rPr>
              <a:t>building power, most equipment supply</a:t>
            </a:r>
          </a:p>
        </p:txBody>
      </p:sp>
      <p:sp>
        <p:nvSpPr>
          <p:cNvPr id="121" name="Callout BG"/>
          <p:cNvSpPr/>
          <p:nvPr/>
        </p:nvSpPr>
        <p:spPr>
          <a:xfrm>
            <a:off x="406400" y="4800600"/>
            <a:ext cx="11391900" cy="1219200"/>
          </a:xfrm>
          <a:prstGeom prst="rect">
            <a:avLst/>
          </a:prstGeom>
          <a:solidFill>
            <a:srgbClr val="A6CAEC"/>
          </a:solidFill>
          <a:ln>
            <a:solidFill>
              <a:srgbClr val="B8BCC4"/>
            </a:solidFill>
          </a:ln>
        </p:spPr>
        <p:txBody>
          <a:bodyPr wrap="square" lIns="0" tIns="0" rIns="0" bIns="0" anchor="t">
            <a:noAutofit/>
          </a:bodyPr>
          <a:lstStyle/>
          <a:p>
            <a:pPr>
              <a:buNone/>
            </a:pPr>
            <a:endParaRPr lang="en-US"/>
          </a:p>
        </p:txBody>
      </p:sp>
      <p:sp>
        <p:nvSpPr>
          <p:cNvPr id="122" name="Callout Title"/>
          <p:cNvSpPr/>
          <p:nvPr/>
        </p:nvSpPr>
        <p:spPr>
          <a:xfrm>
            <a:off x="711200" y="4978400"/>
            <a:ext cx="10782300" cy="330200"/>
          </a:xfrm>
          <a:prstGeom prst="rect">
            <a:avLst/>
          </a:prstGeom>
          <a:noFill/>
          <a:ln>
            <a:noFill/>
          </a:ln>
        </p:spPr>
        <p:txBody>
          <a:bodyPr wrap="square" lIns="0" tIns="0" rIns="0" bIns="0" anchor="t">
            <a:noAutofit/>
          </a:bodyPr>
          <a:lstStyle/>
          <a:p>
            <a:pPr algn="l">
              <a:buNone/>
            </a:pPr>
            <a:r>
              <a:rPr lang="en-US" sz="1650" b="1">
                <a:solidFill>
                  <a:srgbClr val="0B0B0B"/>
                </a:solidFill>
                <a:latin typeface="Helvetica Neue"/>
                <a:ea typeface="Helvetica Neue"/>
                <a:cs typeface="Helvetica Neue"/>
              </a:rPr>
              <a:t>Why this matters for ESD safety</a:t>
            </a:r>
          </a:p>
        </p:txBody>
      </p:sp>
      <p:sp>
        <p:nvSpPr>
          <p:cNvPr id="123" name="Callout Body"/>
          <p:cNvSpPr/>
          <p:nvPr/>
        </p:nvSpPr>
        <p:spPr>
          <a:xfrm>
            <a:off x="711200" y="5384800"/>
            <a:ext cx="10782300" cy="558800"/>
          </a:xfrm>
          <a:prstGeom prst="rect">
            <a:avLst/>
          </a:prstGeom>
          <a:noFill/>
          <a:ln>
            <a:noFill/>
          </a:ln>
        </p:spPr>
        <p:txBody>
          <a:bodyPr wrap="square" lIns="0" tIns="0" rIns="0" bIns="0" anchor="t">
            <a:noAutofit/>
          </a:bodyPr>
          <a:lstStyle/>
          <a:p>
            <a:r>
              <a:rPr lang="en-US" sz="1600"/>
              <a:t>The cabinet receives AC power from the building, normally through a floor or wall connection. Depending on the location and actual measured supply, technicians may commonly hear this described as 110, 115, or 120 volts AC.</a:t>
            </a:r>
          </a:p>
        </p:txBody>
      </p:sp>
      <p:pic>
        <p:nvPicPr>
          <p:cNvPr id="4" name="Picture 3">
            <a:extLst>
              <a:ext uri="{FF2B5EF4-FFF2-40B4-BE49-F238E27FC236}">
                <a16:creationId xmlns:a16="http://schemas.microsoft.com/office/drawing/2014/main" id="{0BC2B15F-2A35-E23B-2FAB-940F8DF1E99C}"/>
              </a:ext>
            </a:extLst>
          </p:cNvPr>
          <p:cNvPicPr>
            <a:picLocks noChangeAspect="1"/>
          </p:cNvPicPr>
          <p:nvPr/>
        </p:nvPicPr>
        <p:blipFill>
          <a:blip r:embed="rId3"/>
          <a:srcRect t="-3476" r="56189" b="59898"/>
          <a:stretch>
            <a:fillRect/>
          </a:stretch>
        </p:blipFill>
        <p:spPr>
          <a:xfrm>
            <a:off x="3711903" y="1420688"/>
            <a:ext cx="1044793" cy="1038230"/>
          </a:xfrm>
          <a:prstGeom prst="rect">
            <a:avLst/>
          </a:prstGeom>
        </p:spPr>
      </p:pic>
      <p:sp>
        <p:nvSpPr>
          <p:cNvPr id="7" name="Title DC">
            <a:extLst>
              <a:ext uri="{FF2B5EF4-FFF2-40B4-BE49-F238E27FC236}">
                <a16:creationId xmlns:a16="http://schemas.microsoft.com/office/drawing/2014/main" id="{6FDCE8CF-A409-0F61-2CA5-29B233F56DA3}"/>
              </a:ext>
            </a:extLst>
          </p:cNvPr>
          <p:cNvSpPr/>
          <p:nvPr/>
        </p:nvSpPr>
        <p:spPr>
          <a:xfrm>
            <a:off x="6311900" y="2196074"/>
            <a:ext cx="5461000" cy="431800"/>
          </a:xfrm>
          <a:prstGeom prst="rect">
            <a:avLst/>
          </a:prstGeom>
          <a:noFill/>
          <a:ln>
            <a:noFill/>
          </a:ln>
        </p:spPr>
        <p:txBody>
          <a:bodyPr wrap="square" lIns="0" tIns="0" rIns="0" bIns="0" anchor="t">
            <a:noAutofit/>
          </a:bodyPr>
          <a:lstStyle/>
          <a:p>
            <a:pPr algn="l">
              <a:buNone/>
            </a:pPr>
            <a:r>
              <a:rPr lang="en-US" sz="1875" b="1">
                <a:solidFill>
                  <a:srgbClr val="0B0B0B"/>
                </a:solidFill>
                <a:latin typeface="Helvetica Neue"/>
                <a:ea typeface="Helvetica Neue"/>
                <a:cs typeface="Helvetica Neue"/>
              </a:rPr>
              <a:t>Direct Current (DC)</a:t>
            </a:r>
          </a:p>
        </p:txBody>
      </p:sp>
      <p:sp>
        <p:nvSpPr>
          <p:cNvPr id="8" name="Def DC">
            <a:extLst>
              <a:ext uri="{FF2B5EF4-FFF2-40B4-BE49-F238E27FC236}">
                <a16:creationId xmlns:a16="http://schemas.microsoft.com/office/drawing/2014/main" id="{A4F644D3-E0D0-1FAF-6AFC-6BF4DD169A97}"/>
              </a:ext>
            </a:extLst>
          </p:cNvPr>
          <p:cNvSpPr/>
          <p:nvPr/>
        </p:nvSpPr>
        <p:spPr>
          <a:xfrm>
            <a:off x="6311900" y="2704074"/>
            <a:ext cx="5461000" cy="584200"/>
          </a:xfrm>
          <a:prstGeom prst="rect">
            <a:avLst/>
          </a:prstGeom>
          <a:noFill/>
          <a:ln>
            <a:noFill/>
          </a:ln>
        </p:spPr>
        <p:txBody>
          <a:bodyPr wrap="square" lIns="0" tIns="0" rIns="0" bIns="0" anchor="t">
            <a:noAutofit/>
          </a:bodyPr>
          <a:lstStyle/>
          <a:p>
            <a:pPr algn="l">
              <a:buNone/>
            </a:pPr>
            <a:r>
              <a:rPr lang="en-US" sz="1425" b="0">
                <a:solidFill>
                  <a:srgbClr val="4B5563"/>
                </a:solidFill>
                <a:latin typeface="Helvetica Neue"/>
                <a:ea typeface="Helvetica Neue"/>
                <a:cs typeface="Helvetica Neue"/>
              </a:rPr>
              <a:t>Electric charge flows steadily in a single, constant direction through the circuit.</a:t>
            </a:r>
          </a:p>
        </p:txBody>
      </p:sp>
      <p:sp>
        <p:nvSpPr>
          <p:cNvPr id="9" name="Bullets DC">
            <a:extLst>
              <a:ext uri="{FF2B5EF4-FFF2-40B4-BE49-F238E27FC236}">
                <a16:creationId xmlns:a16="http://schemas.microsoft.com/office/drawing/2014/main" id="{8AD059B3-AAD3-03DE-3682-6FF17A4EB332}"/>
              </a:ext>
            </a:extLst>
          </p:cNvPr>
          <p:cNvSpPr/>
          <p:nvPr/>
        </p:nvSpPr>
        <p:spPr>
          <a:xfrm>
            <a:off x="6311900" y="3290332"/>
            <a:ext cx="5461000" cy="1270000"/>
          </a:xfrm>
          <a:prstGeom prst="rect">
            <a:avLst/>
          </a:prstGeom>
          <a:noFill/>
          <a:ln>
            <a:noFill/>
          </a:ln>
        </p:spPr>
        <p:txBody>
          <a:bodyPr wrap="square" lIns="0" tIns="0" rIns="0" bIns="0" anchor="t">
            <a:noAutofit/>
          </a:bodyPr>
          <a:lstStyle/>
          <a:p>
            <a:pPr marL="228600" indent="-228600" algn="l">
              <a:spcAft>
                <a:spcPts val="600"/>
              </a:spcAft>
              <a:buFont typeface="Arial"/>
              <a:buChar char="•"/>
            </a:pPr>
            <a:r>
              <a:rPr lang="en-US" sz="1425" b="1">
                <a:solidFill>
                  <a:srgbClr val="0B0B0B"/>
                </a:solidFill>
                <a:latin typeface="Helvetica Neue"/>
                <a:ea typeface="Helvetica Neue"/>
                <a:cs typeface="Helvetica Neue"/>
              </a:rPr>
              <a:t>Direction: </a:t>
            </a:r>
            <a:r>
              <a:rPr lang="en-US" sz="1425" b="0">
                <a:solidFill>
                  <a:srgbClr val="4B5563"/>
                </a:solidFill>
                <a:latin typeface="Helvetica Neue"/>
                <a:ea typeface="Helvetica Neue"/>
                <a:cs typeface="Helvetica Neue"/>
              </a:rPr>
              <a:t>one direction only, does not reverse</a:t>
            </a:r>
          </a:p>
          <a:p>
            <a:pPr marL="228600" indent="-228600" algn="l">
              <a:spcAft>
                <a:spcPts val="600"/>
              </a:spcAft>
              <a:buFont typeface="Arial"/>
              <a:buChar char="•"/>
            </a:pPr>
            <a:r>
              <a:rPr lang="en-US" sz="1425" b="1">
                <a:solidFill>
                  <a:srgbClr val="0B0B0B"/>
                </a:solidFill>
                <a:latin typeface="Helvetica Neue"/>
                <a:ea typeface="Helvetica Neue"/>
                <a:cs typeface="Helvetica Neue"/>
              </a:rPr>
              <a:t>Typical sources: </a:t>
            </a:r>
            <a:r>
              <a:rPr lang="en-US" sz="1425" b="0">
                <a:solidFill>
                  <a:srgbClr val="4B5563"/>
                </a:solidFill>
                <a:latin typeface="Helvetica Neue"/>
                <a:ea typeface="Helvetica Neue"/>
                <a:cs typeface="Helvetica Neue"/>
              </a:rPr>
              <a:t>batteries, solar cells, USB power, PCB rails</a:t>
            </a:r>
          </a:p>
          <a:p>
            <a:pPr marL="228600" indent="-228600" algn="l">
              <a:buFont typeface="Arial"/>
              <a:buChar char="•"/>
            </a:pPr>
            <a:r>
              <a:rPr lang="en-US" sz="1425" b="1">
                <a:solidFill>
                  <a:srgbClr val="0B0B0B"/>
                </a:solidFill>
                <a:latin typeface="Helvetica Neue"/>
                <a:ea typeface="Helvetica Neue"/>
                <a:cs typeface="Helvetica Neue"/>
              </a:rPr>
              <a:t>Common use: </a:t>
            </a:r>
            <a:r>
              <a:rPr lang="en-US" sz="1425" b="0">
                <a:solidFill>
                  <a:srgbClr val="4B5563"/>
                </a:solidFill>
                <a:latin typeface="Helvetica Neue"/>
                <a:ea typeface="Helvetica Neue"/>
                <a:cs typeface="Helvetica Neue"/>
              </a:rPr>
              <a:t>electronics, circuit boards, sensitive components</a:t>
            </a:r>
          </a:p>
        </p:txBody>
      </p:sp>
      <p:pic>
        <p:nvPicPr>
          <p:cNvPr id="10" name="Picture 9">
            <a:extLst>
              <a:ext uri="{FF2B5EF4-FFF2-40B4-BE49-F238E27FC236}">
                <a16:creationId xmlns:a16="http://schemas.microsoft.com/office/drawing/2014/main" id="{E2749C5D-3D92-2DF9-C3FE-DC650BC7FFB5}"/>
              </a:ext>
            </a:extLst>
          </p:cNvPr>
          <p:cNvPicPr>
            <a:picLocks noChangeAspect="1"/>
          </p:cNvPicPr>
          <p:nvPr/>
        </p:nvPicPr>
        <p:blipFill>
          <a:blip r:embed="rId3"/>
          <a:srcRect l="56072" b="66255"/>
          <a:stretch>
            <a:fillRect/>
          </a:stretch>
        </p:blipFill>
        <p:spPr>
          <a:xfrm>
            <a:off x="9477047" y="1654976"/>
            <a:ext cx="1047582" cy="803935"/>
          </a:xfrm>
          <a:prstGeom prst="rect">
            <a:avLst/>
          </a:prstGeom>
        </p:spPr>
      </p:pic>
    </p:spTree>
    <p:extLst>
      <p:ext uri="{BB962C8B-B14F-4D97-AF65-F5344CB8AC3E}">
        <p14:creationId xmlns:p14="http://schemas.microsoft.com/office/powerpoint/2010/main" val="165885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F475F3B-FEB7-4859-83E2-A2BADB4A112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fontScale="92500"/>
          </a:bodyPr>
          <a:lstStyle/>
          <a:p>
            <a:pPr>
              <a:defRPr sz="1100" b="1" cap="all">
                <a:solidFill>
                  <a:srgbClr val="03699B"/>
                </a:solidFill>
                <a:latin typeface="Helvetica Neue"/>
                <a:ea typeface="Helvetica Neue"/>
                <a:cs typeface="Helvetica Neue"/>
              </a:defRPr>
            </a:pPr>
            <a:r>
              <a:rPr lang="en-US" sz="1100" b="1" cap="all">
                <a:solidFill>
                  <a:srgbClr val="2C5A8C"/>
                </a:solidFill>
                <a:latin typeface="Helvetica Neue"/>
                <a:ea typeface="Helvetica Neue"/>
                <a:cs typeface="Helvetica Neue"/>
              </a:rPr>
              <a:t>03 • ELECTRICAL FUNDAMENTALS - BASIC ELECTRICAL UNDERSTANDING</a:t>
            </a:r>
          </a:p>
        </p:txBody>
      </p:sp>
      <p:sp>
        <p:nvSpPr>
          <p:cNvPr id="2" name="Rectangle 1">
            <a:extLst>
              <a:ext uri="{FF2B5EF4-FFF2-40B4-BE49-F238E27FC236}">
                <a16:creationId xmlns:a16="http://schemas.microsoft.com/office/drawing/2014/main" id="{5C257C98-CAE0-4382-880D-BB9BC94A65C4}"/>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Voltage pushes. Resistance limits. Current flows.</a:t>
            </a:r>
          </a:p>
        </p:txBody>
      </p:sp>
      <p:sp>
        <p:nvSpPr>
          <p:cNvPr id="5" name="Rectangle 4">
            <a:extLst>
              <a:ext uri="{FF2B5EF4-FFF2-40B4-BE49-F238E27FC236}">
                <a16:creationId xmlns:a16="http://schemas.microsoft.com/office/drawing/2014/main" id="{A748026B-4F5B-490E-8877-BFD9137A2782}"/>
              </a:ext>
            </a:extLst>
          </p:cNvPr>
          <p:cNvSpPr>
            <a:spLocks noGrp="1"/>
          </p:cNvSpPr>
          <p:nvPr/>
        </p:nvSpPr>
        <p:spPr>
          <a:xfrm>
            <a:off x="609600" y="2190750"/>
            <a:ext cx="3429000" cy="2133600"/>
          </a:xfrm>
          <a:prstGeom prst="rect">
            <a:avLst/>
          </a:prstGeom>
          <a:solidFill>
            <a:srgbClr val="EAF5FB"/>
          </a:solidFill>
          <a:ln w="19050">
            <a:solidFill>
              <a:srgbClr val="03699B"/>
            </a:solidFill>
            <a:prstDash val="solid"/>
          </a:ln>
        </p:spPr>
        <p:txBody>
          <a:bodyPr wrap="square" lIns="95250" tIns="95250" rIns="95250" bIns="95250" anchor="t">
            <a:normAutofit/>
          </a:bodyPr>
          <a:lstStyle/>
          <a:p>
            <a:pPr algn="ctr">
              <a:buNone/>
              <a:defRPr sz="2550" b="1">
                <a:solidFill>
                  <a:srgbClr val="03699B"/>
                </a:solidFill>
                <a:latin typeface="Helvetica Neue"/>
                <a:ea typeface="Helvetica Neue"/>
                <a:cs typeface="Helvetica Neue"/>
              </a:defRPr>
            </a:pPr>
            <a:r>
              <a:rPr sz="2550" b="1">
                <a:solidFill>
                  <a:srgbClr val="03699B"/>
                </a:solidFill>
                <a:latin typeface="Helvetica Neue"/>
                <a:ea typeface="Helvetica Neue"/>
                <a:cs typeface="Helvetica Neue"/>
              </a:rPr>
              <a:t>VOLTAGE</a:t>
            </a:r>
          </a:p>
          <a:p>
            <a:pPr algn="ctr">
              <a:buNone/>
              <a:defRPr sz="2550" b="1">
                <a:solidFill>
                  <a:srgbClr val="03699B"/>
                </a:solidFill>
                <a:latin typeface="Helvetica Neue"/>
                <a:ea typeface="Helvetica Neue"/>
                <a:cs typeface="Helvetica Neue"/>
              </a:defRPr>
            </a:pPr>
            <a:r>
              <a:rPr sz="2550" b="1">
                <a:solidFill>
                  <a:srgbClr val="03699B"/>
                </a:solidFill>
                <a:latin typeface="Helvetica Neue"/>
                <a:ea typeface="Helvetica Neue"/>
                <a:cs typeface="Helvetica Neue"/>
              </a:rPr>
              <a:t>(V)</a:t>
            </a:r>
          </a:p>
        </p:txBody>
      </p:sp>
      <p:sp>
        <p:nvSpPr>
          <p:cNvPr id="6" name="Rectangle 5">
            <a:extLst>
              <a:ext uri="{FF2B5EF4-FFF2-40B4-BE49-F238E27FC236}">
                <a16:creationId xmlns:a16="http://schemas.microsoft.com/office/drawing/2014/main" id="{2DEFB7A5-4CCA-40F7-A3B9-35EF445FD92D}"/>
              </a:ext>
            </a:extLst>
          </p:cNvPr>
          <p:cNvSpPr>
            <a:spLocks noGrp="1"/>
          </p:cNvSpPr>
          <p:nvPr/>
        </p:nvSpPr>
        <p:spPr>
          <a:xfrm>
            <a:off x="904875" y="4495800"/>
            <a:ext cx="2857500" cy="800100"/>
          </a:xfrm>
          <a:prstGeom prst="rect">
            <a:avLst/>
          </a:prstGeom>
          <a:noFill/>
          <a:ln w="0">
            <a:noFill/>
            <a:prstDash val="solid"/>
          </a:ln>
        </p:spPr>
        <p:txBody>
          <a:bodyPr wrap="square" lIns="0" tIns="0" rIns="0" bIns="0" anchor="t">
            <a:normAutofit fontScale="96812"/>
          </a:bodyPr>
          <a:lstStyle/>
          <a:p>
            <a:pPr algn="ctr">
              <a:buNone/>
              <a:defRPr sz="1575" b="0">
                <a:solidFill>
                  <a:srgbClr val="4B5563"/>
                </a:solidFill>
                <a:latin typeface="Helvetica Neue"/>
                <a:ea typeface="Helvetica Neue"/>
                <a:cs typeface="Helvetica Neue"/>
              </a:defRPr>
            </a:pPr>
            <a:r>
              <a:rPr sz="1575" b="0" dirty="0">
                <a:solidFill>
                  <a:srgbClr val="4B5563"/>
                </a:solidFill>
                <a:latin typeface="Helvetica Neue"/>
                <a:ea typeface="Helvetica Neue"/>
                <a:cs typeface="Helvetica Neue"/>
              </a:rPr>
              <a:t>The electrical difference between two points. Measure voltage across the circuit or component.</a:t>
            </a:r>
          </a:p>
        </p:txBody>
      </p:sp>
      <p:sp>
        <p:nvSpPr>
          <p:cNvPr id="7" name="Rectangle 6">
            <a:extLst>
              <a:ext uri="{FF2B5EF4-FFF2-40B4-BE49-F238E27FC236}">
                <a16:creationId xmlns:a16="http://schemas.microsoft.com/office/drawing/2014/main" id="{40AF5311-9756-413F-8E40-E3784CD1A631}"/>
              </a:ext>
            </a:extLst>
          </p:cNvPr>
          <p:cNvSpPr>
            <a:spLocks noGrp="1"/>
          </p:cNvSpPr>
          <p:nvPr/>
        </p:nvSpPr>
        <p:spPr>
          <a:xfrm>
            <a:off x="4381500" y="2190750"/>
            <a:ext cx="3429000" cy="2133600"/>
          </a:xfrm>
          <a:prstGeom prst="rect">
            <a:avLst/>
          </a:prstGeom>
          <a:solidFill>
            <a:srgbClr val="F0F1F2"/>
          </a:solidFill>
          <a:ln w="9525">
            <a:solidFill>
              <a:srgbClr val="B8BCC4"/>
            </a:solidFill>
            <a:prstDash val="solid"/>
          </a:ln>
        </p:spPr>
        <p:txBody>
          <a:bodyPr wrap="square" lIns="95250" tIns="95250" rIns="95250" bIns="95250" anchor="t">
            <a:normAutofit/>
          </a:bodyPr>
          <a:lstStyle/>
          <a:p>
            <a:pPr algn="ctr">
              <a:buNone/>
              <a:defRPr sz="2550" b="1">
                <a:solidFill>
                  <a:srgbClr val="0B0B0B"/>
                </a:solidFill>
                <a:latin typeface="Helvetica Neue"/>
                <a:ea typeface="Helvetica Neue"/>
                <a:cs typeface="Helvetica Neue"/>
              </a:defRPr>
            </a:pPr>
            <a:r>
              <a:rPr sz="2550" b="1">
                <a:solidFill>
                  <a:srgbClr val="0B0B0B"/>
                </a:solidFill>
                <a:latin typeface="Helvetica Neue"/>
                <a:ea typeface="Helvetica Neue"/>
                <a:cs typeface="Helvetica Neue"/>
              </a:rPr>
              <a:t>RESISTANCE</a:t>
            </a:r>
          </a:p>
          <a:p>
            <a:pPr algn="ctr">
              <a:buNone/>
              <a:defRPr sz="2550" b="1">
                <a:solidFill>
                  <a:srgbClr val="0B0B0B"/>
                </a:solidFill>
                <a:latin typeface="Helvetica Neue"/>
                <a:ea typeface="Helvetica Neue"/>
                <a:cs typeface="Helvetica Neue"/>
              </a:defRPr>
            </a:pPr>
            <a:r>
              <a:rPr sz="2550" b="1">
                <a:solidFill>
                  <a:srgbClr val="0B0B0B"/>
                </a:solidFill>
                <a:latin typeface="Helvetica Neue"/>
                <a:ea typeface="Helvetica Neue"/>
                <a:cs typeface="Helvetica Neue"/>
              </a:rPr>
              <a:t>(Ω)</a:t>
            </a:r>
          </a:p>
        </p:txBody>
      </p:sp>
      <p:sp>
        <p:nvSpPr>
          <p:cNvPr id="8" name="Rectangle 7">
            <a:extLst>
              <a:ext uri="{FF2B5EF4-FFF2-40B4-BE49-F238E27FC236}">
                <a16:creationId xmlns:a16="http://schemas.microsoft.com/office/drawing/2014/main" id="{1A241BA2-33E7-4308-981F-94CE1ECDA2E1}"/>
              </a:ext>
            </a:extLst>
          </p:cNvPr>
          <p:cNvSpPr>
            <a:spLocks noGrp="1"/>
          </p:cNvSpPr>
          <p:nvPr/>
        </p:nvSpPr>
        <p:spPr>
          <a:xfrm>
            <a:off x="4714875" y="4495800"/>
            <a:ext cx="2762250" cy="800100"/>
          </a:xfrm>
          <a:prstGeom prst="rect">
            <a:avLst/>
          </a:prstGeom>
          <a:noFill/>
          <a:ln w="0">
            <a:noFill/>
            <a:prstDash val="solid"/>
          </a:ln>
        </p:spPr>
        <p:txBody>
          <a:bodyPr wrap="square" lIns="0" tIns="0" rIns="0" bIns="0" anchor="t">
            <a:norm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How strongly a path opposes current. Check resistance only with power removed.</a:t>
            </a:r>
          </a:p>
        </p:txBody>
      </p:sp>
      <p:sp>
        <p:nvSpPr>
          <p:cNvPr id="9" name="Rectangle 8">
            <a:extLst>
              <a:ext uri="{FF2B5EF4-FFF2-40B4-BE49-F238E27FC236}">
                <a16:creationId xmlns:a16="http://schemas.microsoft.com/office/drawing/2014/main" id="{698069BB-18A6-41D6-9E1B-5B054FAD6E9C}"/>
              </a:ext>
            </a:extLst>
          </p:cNvPr>
          <p:cNvSpPr>
            <a:spLocks noGrp="1"/>
          </p:cNvSpPr>
          <p:nvPr/>
        </p:nvSpPr>
        <p:spPr>
          <a:xfrm>
            <a:off x="8153400" y="2190750"/>
            <a:ext cx="3429000" cy="2133600"/>
          </a:xfrm>
          <a:prstGeom prst="rect">
            <a:avLst/>
          </a:prstGeom>
          <a:solidFill>
            <a:srgbClr val="EEF9F4"/>
          </a:solidFill>
          <a:ln w="19050">
            <a:solidFill>
              <a:srgbClr val="3AA675"/>
            </a:solidFill>
            <a:prstDash val="solid"/>
          </a:ln>
        </p:spPr>
        <p:txBody>
          <a:bodyPr wrap="square" lIns="95250" tIns="95250" rIns="95250" bIns="95250" anchor="t">
            <a:normAutofit/>
          </a:bodyPr>
          <a:lstStyle/>
          <a:p>
            <a:pPr algn="ctr">
              <a:buNone/>
              <a:defRPr sz="2550" b="1">
                <a:solidFill>
                  <a:srgbClr val="3AA675"/>
                </a:solidFill>
                <a:latin typeface="Helvetica Neue"/>
                <a:ea typeface="Helvetica Neue"/>
                <a:cs typeface="Helvetica Neue"/>
              </a:defRPr>
            </a:pPr>
            <a:r>
              <a:rPr sz="2550" b="1">
                <a:solidFill>
                  <a:srgbClr val="3AA675"/>
                </a:solidFill>
                <a:latin typeface="Helvetica Neue"/>
                <a:ea typeface="Helvetica Neue"/>
                <a:cs typeface="Helvetica Neue"/>
              </a:rPr>
              <a:t>CURRENT</a:t>
            </a:r>
          </a:p>
          <a:p>
            <a:pPr algn="ctr">
              <a:buNone/>
              <a:defRPr sz="2550" b="1">
                <a:solidFill>
                  <a:srgbClr val="3AA675"/>
                </a:solidFill>
                <a:latin typeface="Helvetica Neue"/>
                <a:ea typeface="Helvetica Neue"/>
                <a:cs typeface="Helvetica Neue"/>
              </a:defRPr>
            </a:pPr>
            <a:r>
              <a:rPr sz="2550" b="1">
                <a:solidFill>
                  <a:srgbClr val="3AA675"/>
                </a:solidFill>
                <a:latin typeface="Helvetica Neue"/>
                <a:ea typeface="Helvetica Neue"/>
                <a:cs typeface="Helvetica Neue"/>
              </a:rPr>
              <a:t>(A)</a:t>
            </a:r>
          </a:p>
        </p:txBody>
      </p:sp>
      <p:sp>
        <p:nvSpPr>
          <p:cNvPr id="10" name="Rectangle 9">
            <a:extLst>
              <a:ext uri="{FF2B5EF4-FFF2-40B4-BE49-F238E27FC236}">
                <a16:creationId xmlns:a16="http://schemas.microsoft.com/office/drawing/2014/main" id="{262472C2-7BDE-4E1B-AE7E-A30546887013}"/>
              </a:ext>
            </a:extLst>
          </p:cNvPr>
          <p:cNvSpPr>
            <a:spLocks noGrp="1"/>
          </p:cNvSpPr>
          <p:nvPr/>
        </p:nvSpPr>
        <p:spPr>
          <a:xfrm>
            <a:off x="8429625" y="4495800"/>
            <a:ext cx="2857500" cy="800100"/>
          </a:xfrm>
          <a:prstGeom prst="rect">
            <a:avLst/>
          </a:prstGeom>
          <a:noFill/>
          <a:ln w="0">
            <a:noFill/>
            <a:prstDash val="solid"/>
          </a:ln>
        </p:spPr>
        <p:txBody>
          <a:bodyPr wrap="square" lIns="0" tIns="0" rIns="0" bIns="0" anchor="t">
            <a:norm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The flow through a complete path. The load and resistance determine how much flows.</a:t>
            </a:r>
          </a:p>
        </p:txBody>
      </p:sp>
      <p:sp>
        <p:nvSpPr>
          <p:cNvPr id="11" name="Right Arrow 10">
            <a:extLst>
              <a:ext uri="{FF2B5EF4-FFF2-40B4-BE49-F238E27FC236}">
                <a16:creationId xmlns:a16="http://schemas.microsoft.com/office/drawing/2014/main" id="{DF3707E4-EC3F-42DC-A228-16AC166F8210}"/>
              </a:ext>
            </a:extLst>
          </p:cNvPr>
          <p:cNvSpPr>
            <a:spLocks noGrp="1"/>
          </p:cNvSpPr>
          <p:nvPr/>
        </p:nvSpPr>
        <p:spPr>
          <a:xfrm>
            <a:off x="3981450" y="2857500"/>
            <a:ext cx="323850" cy="381000"/>
          </a:xfrm>
          <a:prstGeom prst="rightArrow">
            <a:avLst/>
          </a:prstGeom>
          <a:solidFill>
            <a:srgbClr val="03699B"/>
          </a:solidFill>
          <a:ln w="9525">
            <a:solidFill>
              <a:srgbClr val="03699B"/>
            </a:solidFill>
            <a:prstDash val="solid"/>
          </a:ln>
        </p:spPr>
        <p:txBody>
          <a:bodyPr/>
          <a:lstStyle/>
          <a:p>
            <a:endParaRPr/>
          </a:p>
        </p:txBody>
      </p:sp>
      <p:sp>
        <p:nvSpPr>
          <p:cNvPr id="12" name="Right Arrow 11">
            <a:extLst>
              <a:ext uri="{FF2B5EF4-FFF2-40B4-BE49-F238E27FC236}">
                <a16:creationId xmlns:a16="http://schemas.microsoft.com/office/drawing/2014/main" id="{9931A166-F9A7-4C50-AC69-143CC7506FDF}"/>
              </a:ext>
            </a:extLst>
          </p:cNvPr>
          <p:cNvSpPr>
            <a:spLocks noGrp="1"/>
          </p:cNvSpPr>
          <p:nvPr/>
        </p:nvSpPr>
        <p:spPr>
          <a:xfrm>
            <a:off x="7753350" y="2857500"/>
            <a:ext cx="323850" cy="381000"/>
          </a:xfrm>
          <a:prstGeom prst="rightArrow">
            <a:avLst/>
          </a:prstGeom>
          <a:solidFill>
            <a:srgbClr val="3AA675"/>
          </a:solidFill>
          <a:ln w="9525">
            <a:solidFill>
              <a:srgbClr val="3AA675"/>
            </a:solidFill>
            <a:prstDash val="solid"/>
          </a:ln>
        </p:spPr>
        <p:txBody>
          <a:bodyPr/>
          <a:lstStyle/>
          <a:p>
            <a:endParaRPr/>
          </a:p>
        </p:txBody>
      </p:sp>
      <p:sp>
        <p:nvSpPr>
          <p:cNvPr id="14" name="Straight Connector 13">
            <a:extLst>
              <a:ext uri="{FF2B5EF4-FFF2-40B4-BE49-F238E27FC236}">
                <a16:creationId xmlns:a16="http://schemas.microsoft.com/office/drawing/2014/main" id="{F7AA3947-3915-9278-8CE8-96986CAF8700}"/>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pic>
        <p:nvPicPr>
          <p:cNvPr id="101" name="Voltage illustration"/>
          <p:cNvPicPr>
            <a:picLocks noChangeAspect="1"/>
          </p:cNvPicPr>
          <p:nvPr/>
        </p:nvPicPr>
        <p:blipFill>
          <a:blip r:embed="rId3"/>
          <a:stretch>
            <a:fillRect/>
          </a:stretch>
        </p:blipFill>
        <p:spPr>
          <a:xfrm>
            <a:off x="1107399" y="3075000"/>
            <a:ext cx="2433402" cy="1050000"/>
          </a:xfrm>
          <a:prstGeom prst="rect">
            <a:avLst/>
          </a:prstGeom>
        </p:spPr>
      </p:pic>
      <p:pic>
        <p:nvPicPr>
          <p:cNvPr id="102" name="Resistance illustration"/>
          <p:cNvPicPr>
            <a:picLocks noChangeAspect="1"/>
          </p:cNvPicPr>
          <p:nvPr/>
        </p:nvPicPr>
        <p:blipFill>
          <a:blip r:embed="rId4"/>
          <a:stretch>
            <a:fillRect/>
          </a:stretch>
        </p:blipFill>
        <p:spPr>
          <a:xfrm>
            <a:off x="4796000" y="3486727"/>
            <a:ext cx="2600000" cy="226546"/>
          </a:xfrm>
          <a:prstGeom prst="rect">
            <a:avLst/>
          </a:prstGeom>
        </p:spPr>
      </p:pic>
      <p:pic>
        <p:nvPicPr>
          <p:cNvPr id="103" name="Current illustration"/>
          <p:cNvPicPr>
            <a:picLocks noChangeAspect="1"/>
          </p:cNvPicPr>
          <p:nvPr/>
        </p:nvPicPr>
        <p:blipFill>
          <a:blip r:embed="rId5"/>
          <a:stretch>
            <a:fillRect/>
          </a:stretch>
        </p:blipFill>
        <p:spPr>
          <a:xfrm>
            <a:off x="8567900" y="3327175"/>
            <a:ext cx="2600000" cy="545651"/>
          </a:xfrm>
          <a:prstGeom prst="rect">
            <a:avLst/>
          </a:prstGeom>
        </p:spPr>
      </p:pic>
    </p:spTree>
    <p:extLst>
      <p:ext uri="{BB962C8B-B14F-4D97-AF65-F5344CB8AC3E}">
        <p14:creationId xmlns:p14="http://schemas.microsoft.com/office/powerpoint/2010/main" val="391260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F475F3B-FEB7-4859-83E2-A2BADB4A112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fontScale="92500"/>
          </a:bodyPr>
          <a:lstStyle/>
          <a:p>
            <a:pPr>
              <a:defRPr sz="1100" b="1" cap="all">
                <a:solidFill>
                  <a:srgbClr val="03699B"/>
                </a:solidFill>
                <a:latin typeface="Helvetica Neue"/>
                <a:ea typeface="Helvetica Neue"/>
                <a:cs typeface="Helvetica Neue"/>
              </a:defRPr>
            </a:pPr>
            <a:r>
              <a:rPr lang="en-US" sz="1100" b="1" cap="all">
                <a:solidFill>
                  <a:srgbClr val="2C5A8C"/>
                </a:solidFill>
                <a:latin typeface="Helvetica Neue"/>
                <a:ea typeface="Helvetica Neue"/>
                <a:cs typeface="Helvetica Neue"/>
              </a:rPr>
              <a:t>03 • ELECTRICAL FUNDAMENTALS - BASIC ELECTRICAL UNDERSTANDING</a:t>
            </a:r>
          </a:p>
        </p:txBody>
      </p:sp>
      <p:sp>
        <p:nvSpPr>
          <p:cNvPr id="2" name="Rectangle 1">
            <a:extLst>
              <a:ext uri="{FF2B5EF4-FFF2-40B4-BE49-F238E27FC236}">
                <a16:creationId xmlns:a16="http://schemas.microsoft.com/office/drawing/2014/main" id="{5C257C98-CAE0-4382-880D-BB9BC94A65C4}"/>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AC comes in; DC powers the electronics.</a:t>
            </a:r>
          </a:p>
        </p:txBody>
      </p:sp>
      <p:sp>
        <p:nvSpPr>
          <p:cNvPr id="5" name="Rectangle 4">
            <a:extLst>
              <a:ext uri="{FF2B5EF4-FFF2-40B4-BE49-F238E27FC236}">
                <a16:creationId xmlns:a16="http://schemas.microsoft.com/office/drawing/2014/main" id="{A748026B-4F5B-490E-8877-BFD9137A2782}"/>
              </a:ext>
            </a:extLst>
          </p:cNvPr>
          <p:cNvSpPr>
            <a:spLocks noGrp="1"/>
          </p:cNvSpPr>
          <p:nvPr/>
        </p:nvSpPr>
        <p:spPr>
          <a:xfrm>
            <a:off x="609600" y="2190750"/>
            <a:ext cx="3429000" cy="1714500"/>
          </a:xfrm>
          <a:prstGeom prst="rect">
            <a:avLst/>
          </a:prstGeom>
          <a:solidFill>
            <a:srgbClr val="EAF5FB"/>
          </a:solidFill>
          <a:ln w="19050">
            <a:solidFill>
              <a:srgbClr val="03699B"/>
            </a:solidFill>
            <a:prstDash val="solid"/>
          </a:ln>
        </p:spPr>
        <p:txBody>
          <a:bodyPr wrap="square" lIns="95250" tIns="95250" rIns="95250" bIns="95250" anchor="ctr">
            <a:normAutofit/>
          </a:bodyPr>
          <a:lstStyle/>
          <a:p>
            <a:pPr algn="ctr">
              <a:buNone/>
              <a:defRPr sz="2550" b="1">
                <a:solidFill>
                  <a:srgbClr val="03699B"/>
                </a:solidFill>
                <a:latin typeface="Helvetica Neue"/>
                <a:ea typeface="Helvetica Neue"/>
                <a:cs typeface="Helvetica Neue"/>
              </a:defRPr>
            </a:pPr>
            <a:r>
              <a:rPr sz="2550" b="1">
                <a:solidFill>
                  <a:srgbClr val="03699B"/>
                </a:solidFill>
                <a:latin typeface="Helvetica Neue"/>
                <a:ea typeface="Helvetica Neue"/>
                <a:cs typeface="Helvetica Neue"/>
              </a:rPr>
              <a:t>AC</a:t>
            </a:r>
          </a:p>
          <a:p>
            <a:pPr algn="ctr">
              <a:buNone/>
              <a:defRPr sz="2550" b="1">
                <a:solidFill>
                  <a:srgbClr val="03699B"/>
                </a:solidFill>
                <a:latin typeface="Helvetica Neue"/>
                <a:ea typeface="Helvetica Neue"/>
                <a:cs typeface="Helvetica Neue"/>
              </a:defRPr>
            </a:pPr>
            <a:r>
              <a:rPr sz="2550" b="1">
                <a:solidFill>
                  <a:srgbClr val="03699B"/>
                </a:solidFill>
                <a:latin typeface="Helvetica Neue"/>
                <a:ea typeface="Helvetica Neue"/>
                <a:cs typeface="Helvetica Neue"/>
              </a:rPr>
              <a:t>≈ 110–120 V</a:t>
            </a:r>
          </a:p>
        </p:txBody>
      </p:sp>
      <p:sp>
        <p:nvSpPr>
          <p:cNvPr id="6" name="Rectangle 5">
            <a:extLst>
              <a:ext uri="{FF2B5EF4-FFF2-40B4-BE49-F238E27FC236}">
                <a16:creationId xmlns:a16="http://schemas.microsoft.com/office/drawing/2014/main" id="{2DEFB7A5-4CCA-40F7-A3B9-35EF445FD92D}"/>
              </a:ext>
            </a:extLst>
          </p:cNvPr>
          <p:cNvSpPr>
            <a:spLocks noGrp="1"/>
          </p:cNvSpPr>
          <p:nvPr/>
        </p:nvSpPr>
        <p:spPr>
          <a:xfrm>
            <a:off x="904875" y="4333875"/>
            <a:ext cx="2857500" cy="800100"/>
          </a:xfrm>
          <a:prstGeom prst="rect">
            <a:avLst/>
          </a:prstGeom>
          <a:noFill/>
          <a:ln w="0">
            <a:noFill/>
            <a:prstDash val="solid"/>
          </a:ln>
        </p:spPr>
        <p:txBody>
          <a:bodyPr wrap="square" lIns="0" tIns="0" rIns="0" bIns="0" anchor="t">
            <a:norm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Incoming building power</a:t>
            </a:r>
          </a:p>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Potentially hazardous</a:t>
            </a:r>
          </a:p>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Measure in AC mode</a:t>
            </a:r>
          </a:p>
        </p:txBody>
      </p:sp>
      <p:sp>
        <p:nvSpPr>
          <p:cNvPr id="7" name="Rectangle 6">
            <a:extLst>
              <a:ext uri="{FF2B5EF4-FFF2-40B4-BE49-F238E27FC236}">
                <a16:creationId xmlns:a16="http://schemas.microsoft.com/office/drawing/2014/main" id="{40AF5311-9756-413F-8E40-E3784CD1A631}"/>
              </a:ext>
            </a:extLst>
          </p:cNvPr>
          <p:cNvSpPr>
            <a:spLocks noGrp="1"/>
          </p:cNvSpPr>
          <p:nvPr/>
        </p:nvSpPr>
        <p:spPr>
          <a:xfrm>
            <a:off x="4381500" y="2190750"/>
            <a:ext cx="3429000" cy="1714500"/>
          </a:xfrm>
          <a:prstGeom prst="rect">
            <a:avLst/>
          </a:prstGeom>
          <a:solidFill>
            <a:srgbClr val="F0F1F2"/>
          </a:solidFill>
          <a:ln w="9525">
            <a:solidFill>
              <a:srgbClr val="B8BCC4"/>
            </a:solidFill>
            <a:prstDash val="solid"/>
          </a:ln>
        </p:spPr>
        <p:txBody>
          <a:bodyPr wrap="square" lIns="95250" tIns="95250" rIns="95250" bIns="95250" anchor="ctr">
            <a:normAutofit/>
          </a:bodyPr>
          <a:lstStyle/>
          <a:p>
            <a:pPr algn="ctr">
              <a:buNone/>
              <a:defRPr sz="2550" b="1">
                <a:solidFill>
                  <a:srgbClr val="0B0B0B"/>
                </a:solidFill>
                <a:latin typeface="Helvetica Neue"/>
                <a:ea typeface="Helvetica Neue"/>
                <a:cs typeface="Helvetica Neue"/>
              </a:defRPr>
            </a:pPr>
            <a:r>
              <a:rPr sz="2550" b="1">
                <a:solidFill>
                  <a:srgbClr val="0B0B0B"/>
                </a:solidFill>
                <a:latin typeface="Helvetica Neue"/>
                <a:ea typeface="Helvetica Neue"/>
                <a:cs typeface="Helvetica Neue"/>
              </a:rPr>
              <a:t>POWER</a:t>
            </a:r>
          </a:p>
          <a:p>
            <a:pPr algn="ctr">
              <a:buNone/>
              <a:defRPr sz="2550" b="1">
                <a:solidFill>
                  <a:srgbClr val="0B0B0B"/>
                </a:solidFill>
                <a:latin typeface="Helvetica Neue"/>
                <a:ea typeface="Helvetica Neue"/>
                <a:cs typeface="Helvetica Neue"/>
              </a:defRPr>
            </a:pPr>
            <a:r>
              <a:rPr sz="2550" b="1">
                <a:solidFill>
                  <a:srgbClr val="0B0B0B"/>
                </a:solidFill>
                <a:latin typeface="Helvetica Neue"/>
                <a:ea typeface="Helvetica Neue"/>
                <a:cs typeface="Helvetica Neue"/>
              </a:rPr>
              <a:t>SUPPLY</a:t>
            </a:r>
          </a:p>
        </p:txBody>
      </p:sp>
      <p:sp>
        <p:nvSpPr>
          <p:cNvPr id="8" name="Rectangle 7">
            <a:extLst>
              <a:ext uri="{FF2B5EF4-FFF2-40B4-BE49-F238E27FC236}">
                <a16:creationId xmlns:a16="http://schemas.microsoft.com/office/drawing/2014/main" id="{1A241BA2-33E7-4308-981F-94CE1ECDA2E1}"/>
              </a:ext>
            </a:extLst>
          </p:cNvPr>
          <p:cNvSpPr>
            <a:spLocks noGrp="1"/>
          </p:cNvSpPr>
          <p:nvPr/>
        </p:nvSpPr>
        <p:spPr>
          <a:xfrm>
            <a:off x="4714875" y="4333875"/>
            <a:ext cx="2762250" cy="800100"/>
          </a:xfrm>
          <a:prstGeom prst="rect">
            <a:avLst/>
          </a:prstGeom>
          <a:noFill/>
          <a:ln w="0">
            <a:noFill/>
            <a:prstDash val="solid"/>
          </a:ln>
        </p:spPr>
        <p:txBody>
          <a:bodyPr wrap="square" lIns="0" tIns="0" rIns="0" bIns="0" anchor="t">
            <a:norm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Converts AC to the DC outputs used by cabinet components</a:t>
            </a:r>
          </a:p>
        </p:txBody>
      </p:sp>
      <p:sp>
        <p:nvSpPr>
          <p:cNvPr id="9" name="Rectangle 8">
            <a:extLst>
              <a:ext uri="{FF2B5EF4-FFF2-40B4-BE49-F238E27FC236}">
                <a16:creationId xmlns:a16="http://schemas.microsoft.com/office/drawing/2014/main" id="{698069BB-18A6-41D6-9E1B-5B054FAD6E9C}"/>
              </a:ext>
            </a:extLst>
          </p:cNvPr>
          <p:cNvSpPr>
            <a:spLocks noGrp="1"/>
          </p:cNvSpPr>
          <p:nvPr/>
        </p:nvSpPr>
        <p:spPr>
          <a:xfrm>
            <a:off x="8153400" y="2190750"/>
            <a:ext cx="3429000" cy="1714500"/>
          </a:xfrm>
          <a:prstGeom prst="rect">
            <a:avLst/>
          </a:prstGeom>
          <a:solidFill>
            <a:srgbClr val="EEF9F4"/>
          </a:solidFill>
          <a:ln w="19050">
            <a:solidFill>
              <a:srgbClr val="3AA675"/>
            </a:solidFill>
            <a:prstDash val="solid"/>
          </a:ln>
        </p:spPr>
        <p:txBody>
          <a:bodyPr wrap="square" lIns="95250" tIns="95250" rIns="95250" bIns="95250" anchor="ctr">
            <a:normAutofit/>
          </a:bodyPr>
          <a:lstStyle/>
          <a:p>
            <a:pPr algn="ctr">
              <a:buNone/>
              <a:defRPr sz="2550" b="1">
                <a:solidFill>
                  <a:srgbClr val="3AA675"/>
                </a:solidFill>
                <a:latin typeface="Helvetica Neue"/>
                <a:ea typeface="Helvetica Neue"/>
                <a:cs typeface="Helvetica Neue"/>
              </a:defRPr>
            </a:pPr>
            <a:r>
              <a:rPr sz="2550" b="1">
                <a:solidFill>
                  <a:srgbClr val="3AA675"/>
                </a:solidFill>
                <a:latin typeface="Helvetica Neue"/>
                <a:ea typeface="Helvetica Neue"/>
                <a:cs typeface="Helvetica Neue"/>
              </a:rPr>
              <a:t>DC</a:t>
            </a:r>
          </a:p>
          <a:p>
            <a:pPr algn="ctr">
              <a:buNone/>
              <a:defRPr sz="2550" b="1">
                <a:solidFill>
                  <a:srgbClr val="3AA675"/>
                </a:solidFill>
                <a:latin typeface="Helvetica Neue"/>
                <a:ea typeface="Helvetica Neue"/>
                <a:cs typeface="Helvetica Neue"/>
              </a:defRPr>
            </a:pPr>
            <a:r>
              <a:rPr sz="2550" b="1">
                <a:solidFill>
                  <a:srgbClr val="3AA675"/>
                </a:solidFill>
                <a:latin typeface="Helvetica Neue"/>
                <a:ea typeface="Helvetica Neue"/>
                <a:cs typeface="Helvetica Neue"/>
              </a:rPr>
              <a:t>OUTPUTS</a:t>
            </a:r>
          </a:p>
        </p:txBody>
      </p:sp>
      <p:sp>
        <p:nvSpPr>
          <p:cNvPr id="10" name="Rectangle 9">
            <a:extLst>
              <a:ext uri="{FF2B5EF4-FFF2-40B4-BE49-F238E27FC236}">
                <a16:creationId xmlns:a16="http://schemas.microsoft.com/office/drawing/2014/main" id="{262472C2-7BDE-4E1B-AE7E-A30546887013}"/>
              </a:ext>
            </a:extLst>
          </p:cNvPr>
          <p:cNvSpPr>
            <a:spLocks noGrp="1"/>
          </p:cNvSpPr>
          <p:nvPr/>
        </p:nvSpPr>
        <p:spPr>
          <a:xfrm>
            <a:off x="8429625" y="4333875"/>
            <a:ext cx="2857500" cy="800100"/>
          </a:xfrm>
          <a:prstGeom prst="rect">
            <a:avLst/>
          </a:prstGeom>
          <a:noFill/>
          <a:ln w="0">
            <a:noFill/>
            <a:prstDash val="solid"/>
          </a:ln>
        </p:spPr>
        <p:txBody>
          <a:bodyPr wrap="square" lIns="0" tIns="0" rIns="0" bIns="0" anchor="t">
            <a:normAutofit/>
          </a:bodyPr>
          <a:lstStyle/>
          <a:p>
            <a:pPr algn="ctr">
              <a:defRPr sz="1575" b="0">
                <a:solidFill>
                  <a:srgbClr val="4B5563"/>
                </a:solidFill>
                <a:latin typeface="Helvetica Neue"/>
                <a:ea typeface="Helvetica Neue"/>
                <a:cs typeface="Helvetica Neue"/>
              </a:defRPr>
            </a:pPr>
            <a:r>
              <a:rPr lang="en-US" sz="1575" b="0" dirty="0">
                <a:solidFill>
                  <a:srgbClr val="4B5563"/>
                </a:solidFill>
                <a:latin typeface="Helvetica Neue"/>
                <a:ea typeface="Helvetica Neue"/>
                <a:cs typeface="Helvetica Neue"/>
              </a:rPr>
              <a:t>CPU backplane • M</a:t>
            </a:r>
            <a:r>
              <a:rPr sz="1575" b="0" dirty="0">
                <a:solidFill>
                  <a:srgbClr val="4B5563"/>
                </a:solidFill>
                <a:latin typeface="Helvetica Neue"/>
                <a:ea typeface="Helvetica Neue"/>
                <a:cs typeface="Helvetica Neue"/>
              </a:rPr>
              <a:t>onitors</a:t>
            </a:r>
            <a:endParaRPr lang="en-US" sz="1575" b="0" dirty="0">
              <a:solidFill>
                <a:srgbClr val="4B5563"/>
              </a:solidFill>
              <a:latin typeface="Helvetica Neue"/>
              <a:ea typeface="Helvetica Neue"/>
              <a:cs typeface="Helvetica Neue"/>
            </a:endParaRPr>
          </a:p>
          <a:p>
            <a:pPr marL="228600" indent="-228600" algn="ctr">
              <a:buFont typeface="Arial" panose="020B0604020202020204" pitchFamily="34" charset="0"/>
              <a:buChar char="•"/>
              <a:defRPr sz="1575" b="0">
                <a:solidFill>
                  <a:srgbClr val="4B5563"/>
                </a:solidFill>
                <a:latin typeface="Helvetica Neue"/>
                <a:ea typeface="Helvetica Neue"/>
                <a:cs typeface="Helvetica Neue"/>
              </a:defRPr>
            </a:pPr>
            <a:r>
              <a:rPr lang="en-US" sz="1575" b="0" dirty="0">
                <a:solidFill>
                  <a:srgbClr val="4B5563"/>
                </a:solidFill>
                <a:latin typeface="Helvetica Neue"/>
                <a:ea typeface="Helvetica Neue"/>
                <a:cs typeface="Helvetica Neue"/>
              </a:rPr>
              <a:t>LEDs • Peripherals</a:t>
            </a:r>
          </a:p>
          <a:p>
            <a:pPr algn="ctr">
              <a:buNone/>
              <a:defRPr sz="1575" b="0">
                <a:solidFill>
                  <a:srgbClr val="4B5563"/>
                </a:solidFill>
                <a:latin typeface="Helvetica Neue"/>
                <a:ea typeface="Helvetica Neue"/>
                <a:cs typeface="Helvetica Neue"/>
              </a:defRPr>
            </a:pPr>
            <a:r>
              <a:rPr sz="1575" b="0" dirty="0">
                <a:solidFill>
                  <a:srgbClr val="4B5563"/>
                </a:solidFill>
                <a:latin typeface="Helvetica Neue"/>
                <a:ea typeface="Helvetica Neue"/>
                <a:cs typeface="Helvetica Neue"/>
              </a:rPr>
              <a:t>Measure in DC mode</a:t>
            </a:r>
          </a:p>
        </p:txBody>
      </p:sp>
      <p:sp>
        <p:nvSpPr>
          <p:cNvPr id="11" name="Right Arrow 10">
            <a:extLst>
              <a:ext uri="{FF2B5EF4-FFF2-40B4-BE49-F238E27FC236}">
                <a16:creationId xmlns:a16="http://schemas.microsoft.com/office/drawing/2014/main" id="{DF3707E4-EC3F-42DC-A228-16AC166F8210}"/>
              </a:ext>
            </a:extLst>
          </p:cNvPr>
          <p:cNvSpPr>
            <a:spLocks noGrp="1"/>
          </p:cNvSpPr>
          <p:nvPr/>
        </p:nvSpPr>
        <p:spPr>
          <a:xfrm>
            <a:off x="3981450" y="2857500"/>
            <a:ext cx="323850" cy="381000"/>
          </a:xfrm>
          <a:prstGeom prst="rightArrow">
            <a:avLst/>
          </a:prstGeom>
          <a:solidFill>
            <a:srgbClr val="03699B"/>
          </a:solidFill>
          <a:ln w="9525">
            <a:solidFill>
              <a:srgbClr val="03699B"/>
            </a:solidFill>
            <a:prstDash val="solid"/>
          </a:ln>
        </p:spPr>
        <p:txBody>
          <a:bodyPr/>
          <a:lstStyle/>
          <a:p>
            <a:endParaRPr/>
          </a:p>
        </p:txBody>
      </p:sp>
      <p:sp>
        <p:nvSpPr>
          <p:cNvPr id="12" name="Right Arrow 11">
            <a:extLst>
              <a:ext uri="{FF2B5EF4-FFF2-40B4-BE49-F238E27FC236}">
                <a16:creationId xmlns:a16="http://schemas.microsoft.com/office/drawing/2014/main" id="{9931A166-F9A7-4C50-AC69-143CC7506FDF}"/>
              </a:ext>
            </a:extLst>
          </p:cNvPr>
          <p:cNvSpPr>
            <a:spLocks noGrp="1"/>
          </p:cNvSpPr>
          <p:nvPr/>
        </p:nvSpPr>
        <p:spPr>
          <a:xfrm>
            <a:off x="7753350" y="2857500"/>
            <a:ext cx="323850" cy="381000"/>
          </a:xfrm>
          <a:prstGeom prst="rightArrow">
            <a:avLst/>
          </a:prstGeom>
          <a:solidFill>
            <a:srgbClr val="3AA675"/>
          </a:solidFill>
          <a:ln w="9525">
            <a:solidFill>
              <a:srgbClr val="3AA675"/>
            </a:solidFill>
            <a:prstDash val="solid"/>
          </a:ln>
        </p:spPr>
        <p:txBody>
          <a:bodyPr/>
          <a:lstStyle/>
          <a:p>
            <a:endParaRPr/>
          </a:p>
        </p:txBody>
      </p:sp>
      <p:sp>
        <p:nvSpPr>
          <p:cNvPr id="14" name="Straight Connector 13">
            <a:extLst>
              <a:ext uri="{FF2B5EF4-FFF2-40B4-BE49-F238E27FC236}">
                <a16:creationId xmlns:a16="http://schemas.microsoft.com/office/drawing/2014/main" id="{F7AA3947-3915-9278-8CE8-96986CAF8700}"/>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520770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000" b="1" cap="all">
                <a:solidFill>
                  <a:srgbClr val="2C5A8C"/>
                </a:solidFill>
                <a:latin typeface="Helvetica Neue"/>
                <a:ea typeface="Helvetica Neue"/>
                <a:cs typeface="Helvetica Neue"/>
              </a:rPr>
              <a:t>03 • ELECTRICAL FUNDAMENTALS - REVIEW / 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Name the electrical behavior before you test it.</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AC reverses direction; DC flows one way.</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Voltage pushes; resistance limits.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Current flows through a complete path.</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Cabinet supplies convert AC into DC.</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Where do we expect AC in a cabinet?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Where do we expect DC?</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happens to current when resistance rises?</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The expected electrical behavior determines the useful meter test.</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1823981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C5A8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D02EF-327D-1AE0-C678-2D98AC2B678F}"/>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dirty="0">
                <a:solidFill>
                  <a:srgbClr val="4FC3E7"/>
                </a:solidFill>
                <a:latin typeface="Helvetica Neue"/>
                <a:ea typeface="Helvetica Neue"/>
                <a:cs typeface="Helvetica Neue"/>
              </a:rPr>
              <a:t>SECTION </a:t>
            </a:r>
            <a:r>
              <a:rPr lang="en-US" sz="2000" b="1" dirty="0">
                <a:solidFill>
                  <a:srgbClr val="4FC3E7"/>
                </a:solidFill>
                <a:latin typeface="Helvetica Neue"/>
                <a:ea typeface="Helvetica Neue"/>
                <a:cs typeface="Helvetica Neue"/>
              </a:rPr>
              <a:t>04</a:t>
            </a:r>
            <a:endParaRPr sz="2000" b="1" dirty="0">
              <a:solidFill>
                <a:srgbClr val="4FC3E7"/>
              </a:solidFill>
              <a:latin typeface="Helvetica Neue"/>
              <a:ea typeface="Helvetica Neue"/>
              <a:cs typeface="Helvetica Neue"/>
            </a:endParaRPr>
          </a:p>
          <a:p>
            <a:pPr algn="ctr">
              <a:spcAft>
                <a:spcPts val="18"/>
              </a:spcAft>
              <a:buNone/>
              <a:defRPr>
                <a:latin typeface="Helvetica Neue"/>
                <a:ea typeface="Helvetica Neue"/>
                <a:cs typeface="Helvetica Neue"/>
              </a:defRPr>
            </a:pPr>
            <a:r>
              <a:rPr sz="4800" b="1" dirty="0">
                <a:solidFill>
                  <a:srgbClr val="FFFFFF"/>
                </a:solidFill>
                <a:latin typeface="Helvetica Neue"/>
                <a:ea typeface="Helvetica Neue"/>
                <a:cs typeface="Helvetica Neue"/>
              </a:rPr>
              <a:t>Power Flow</a:t>
            </a:r>
          </a:p>
          <a:p>
            <a:pPr algn="ctr">
              <a:buNone/>
              <a:defRPr>
                <a:latin typeface="Helvetica Neue"/>
                <a:ea typeface="Helvetica Neue"/>
                <a:cs typeface="Helvetica Neue"/>
              </a:defRPr>
            </a:pPr>
            <a:r>
              <a:rPr sz="2300" dirty="0">
                <a:solidFill>
                  <a:srgbClr val="CDECF7"/>
                </a:solidFill>
                <a:latin typeface="Helvetica Neue"/>
                <a:ea typeface="Helvetica Neue"/>
                <a:cs typeface="Helvetica Neue"/>
              </a:rPr>
              <a:t>Follow the energy. Find the fault.</a:t>
            </a:r>
          </a:p>
        </p:txBody>
      </p:sp>
    </p:spTree>
    <p:extLst>
      <p:ext uri="{BB962C8B-B14F-4D97-AF65-F5344CB8AC3E}">
        <p14:creationId xmlns:p14="http://schemas.microsoft.com/office/powerpoint/2010/main" val="369720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CE4E100-CA2C-4644-B8D9-2899FE75EC2D}"/>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latin typeface="Helvetica Neue"/>
                <a:ea typeface="Helvetica Neue"/>
                <a:cs typeface="Helvetica Neue"/>
              </a:rPr>
              <a:t>04 • POWER FLOW - THE FULL PATH</a:t>
            </a:r>
          </a:p>
        </p:txBody>
      </p:sp>
      <p:sp>
        <p:nvSpPr>
          <p:cNvPr id="2" name="Rectangle 1">
            <a:extLst>
              <a:ext uri="{FF2B5EF4-FFF2-40B4-BE49-F238E27FC236}">
                <a16:creationId xmlns:a16="http://schemas.microsoft.com/office/drawing/2014/main" id="{DEBD4782-B7E4-4AE6-AF11-49564AF4CA40}"/>
              </a:ext>
            </a:extLst>
          </p:cNvPr>
          <p:cNvSpPr>
            <a:spLocks noGrp="1"/>
          </p:cNvSpPr>
          <p:nvPr/>
        </p:nvSpPr>
        <p:spPr>
          <a:xfrm>
            <a:off x="400049" y="571500"/>
            <a:ext cx="11391899"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Troubleshooting gets easier when you can picture the whole path.</a:t>
            </a:r>
          </a:p>
        </p:txBody>
      </p:sp>
      <p:sp>
        <p:nvSpPr>
          <p:cNvPr id="5" name="Right Arrow 4">
            <a:extLst>
              <a:ext uri="{FF2B5EF4-FFF2-40B4-BE49-F238E27FC236}">
                <a16:creationId xmlns:a16="http://schemas.microsoft.com/office/drawing/2014/main" id="{4D30DA1A-BC87-4E95-A229-AACCC89D5F08}"/>
              </a:ext>
            </a:extLst>
          </p:cNvPr>
          <p:cNvSpPr>
            <a:spLocks noGrp="1"/>
          </p:cNvSpPr>
          <p:nvPr/>
        </p:nvSpPr>
        <p:spPr>
          <a:xfrm>
            <a:off x="2114550" y="2809875"/>
            <a:ext cx="552450" cy="323850"/>
          </a:xfrm>
          <a:prstGeom prst="rightArrow">
            <a:avLst/>
          </a:prstGeom>
          <a:solidFill>
            <a:srgbClr val="03699B"/>
          </a:solidFill>
          <a:ln w="9525">
            <a:solidFill>
              <a:srgbClr val="03699B"/>
            </a:solidFill>
            <a:prstDash val="solid"/>
          </a:ln>
        </p:spPr>
        <p:txBody>
          <a:bodyPr/>
          <a:lstStyle/>
          <a:p>
            <a:endParaRPr/>
          </a:p>
        </p:txBody>
      </p:sp>
      <p:sp>
        <p:nvSpPr>
          <p:cNvPr id="6" name="Right Arrow 5">
            <a:extLst>
              <a:ext uri="{FF2B5EF4-FFF2-40B4-BE49-F238E27FC236}">
                <a16:creationId xmlns:a16="http://schemas.microsoft.com/office/drawing/2014/main" id="{B9E425A2-04DE-482F-90DB-3D33BBC7FEB5}"/>
              </a:ext>
            </a:extLst>
          </p:cNvPr>
          <p:cNvSpPr>
            <a:spLocks noGrp="1"/>
          </p:cNvSpPr>
          <p:nvPr/>
        </p:nvSpPr>
        <p:spPr>
          <a:xfrm>
            <a:off x="4419600" y="2809875"/>
            <a:ext cx="552450" cy="323850"/>
          </a:xfrm>
          <a:prstGeom prst="rightArrow">
            <a:avLst/>
          </a:prstGeom>
          <a:solidFill>
            <a:srgbClr val="B8BCC4"/>
          </a:solidFill>
          <a:ln w="9525">
            <a:solidFill>
              <a:srgbClr val="B8BCC4"/>
            </a:solidFill>
            <a:prstDash val="solid"/>
          </a:ln>
        </p:spPr>
        <p:txBody>
          <a:bodyPr/>
          <a:lstStyle/>
          <a:p>
            <a:endParaRPr/>
          </a:p>
        </p:txBody>
      </p:sp>
      <p:sp>
        <p:nvSpPr>
          <p:cNvPr id="7" name="Right Arrow 6">
            <a:extLst>
              <a:ext uri="{FF2B5EF4-FFF2-40B4-BE49-F238E27FC236}">
                <a16:creationId xmlns:a16="http://schemas.microsoft.com/office/drawing/2014/main" id="{297FDF3A-670B-446E-B2A4-A00F2954C95E}"/>
              </a:ext>
            </a:extLst>
          </p:cNvPr>
          <p:cNvSpPr>
            <a:spLocks noGrp="1"/>
          </p:cNvSpPr>
          <p:nvPr/>
        </p:nvSpPr>
        <p:spPr>
          <a:xfrm>
            <a:off x="6724650" y="2809875"/>
            <a:ext cx="552450" cy="323850"/>
          </a:xfrm>
          <a:prstGeom prst="rightArrow">
            <a:avLst/>
          </a:prstGeom>
          <a:solidFill>
            <a:srgbClr val="B8BCC4"/>
          </a:solidFill>
          <a:ln w="9525">
            <a:solidFill>
              <a:srgbClr val="B8BCC4"/>
            </a:solidFill>
            <a:prstDash val="solid"/>
          </a:ln>
        </p:spPr>
        <p:txBody>
          <a:bodyPr/>
          <a:lstStyle/>
          <a:p>
            <a:endParaRPr/>
          </a:p>
        </p:txBody>
      </p:sp>
      <p:sp>
        <p:nvSpPr>
          <p:cNvPr id="8" name="Right Arrow 7">
            <a:extLst>
              <a:ext uri="{FF2B5EF4-FFF2-40B4-BE49-F238E27FC236}">
                <a16:creationId xmlns:a16="http://schemas.microsoft.com/office/drawing/2014/main" id="{9F57FC48-B57F-44E4-AFC2-909B578CAB63}"/>
              </a:ext>
            </a:extLst>
          </p:cNvPr>
          <p:cNvSpPr>
            <a:spLocks noGrp="1"/>
          </p:cNvSpPr>
          <p:nvPr/>
        </p:nvSpPr>
        <p:spPr>
          <a:xfrm>
            <a:off x="9029700" y="2809875"/>
            <a:ext cx="552450" cy="323850"/>
          </a:xfrm>
          <a:prstGeom prst="rightArrow">
            <a:avLst/>
          </a:prstGeom>
          <a:solidFill>
            <a:srgbClr val="B8BCC4"/>
          </a:solidFill>
          <a:ln w="9525">
            <a:solidFill>
              <a:srgbClr val="B8BCC4"/>
            </a:solidFill>
            <a:prstDash val="solid"/>
          </a:ln>
        </p:spPr>
        <p:txBody>
          <a:bodyPr/>
          <a:lstStyle/>
          <a:p>
            <a:endParaRPr/>
          </a:p>
        </p:txBody>
      </p:sp>
      <p:sp>
        <p:nvSpPr>
          <p:cNvPr id="9" name="Rectangle 8">
            <a:extLst>
              <a:ext uri="{FF2B5EF4-FFF2-40B4-BE49-F238E27FC236}">
                <a16:creationId xmlns:a16="http://schemas.microsoft.com/office/drawing/2014/main" id="{2C6C1A9B-CF1D-4052-8320-437FBC1C2C5F}"/>
              </a:ext>
            </a:extLst>
          </p:cNvPr>
          <p:cNvSpPr>
            <a:spLocks noGrp="1"/>
          </p:cNvSpPr>
          <p:nvPr/>
        </p:nvSpPr>
        <p:spPr>
          <a:xfrm>
            <a:off x="457200" y="2333625"/>
            <a:ext cx="1714500" cy="1333500"/>
          </a:xfrm>
          <a:prstGeom prst="rect">
            <a:avLst/>
          </a:prstGeom>
          <a:solidFill>
            <a:srgbClr val="EAF5FB"/>
          </a:solidFill>
          <a:ln w="19050">
            <a:solidFill>
              <a:srgbClr val="03699B"/>
            </a:solidFill>
            <a:prstDash val="solid"/>
          </a:ln>
        </p:spPr>
        <p:txBody>
          <a:bodyPr wrap="square" lIns="95250" tIns="95250" rIns="95250" bIns="95250" anchor="t">
            <a:normAutofit/>
          </a:bodyPr>
          <a:lstStyle/>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WALL / FLOOR</a:t>
            </a:r>
          </a:p>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AC INPUT</a:t>
            </a:r>
          </a:p>
        </p:txBody>
      </p:sp>
      <p:sp>
        <p:nvSpPr>
          <p:cNvPr id="10" name="Rectangle 9">
            <a:extLst>
              <a:ext uri="{FF2B5EF4-FFF2-40B4-BE49-F238E27FC236}">
                <a16:creationId xmlns:a16="http://schemas.microsoft.com/office/drawing/2014/main" id="{8BF492CA-3AD8-44BA-99C7-202A2F772F6B}"/>
              </a:ext>
            </a:extLst>
          </p:cNvPr>
          <p:cNvSpPr>
            <a:spLocks noGrp="1"/>
          </p:cNvSpPr>
          <p:nvPr/>
        </p:nvSpPr>
        <p:spPr>
          <a:xfrm>
            <a:off x="2762250" y="2333625"/>
            <a:ext cx="1714500" cy="1333500"/>
          </a:xfrm>
          <a:prstGeom prst="rect">
            <a:avLst/>
          </a:prstGeom>
          <a:solidFill>
            <a:srgbClr val="F0F1F2"/>
          </a:solidFill>
          <a:ln w="9525">
            <a:solidFill>
              <a:srgbClr val="B8BCC4"/>
            </a:solidFill>
            <a:prstDash val="solid"/>
          </a:ln>
        </p:spPr>
        <p:txBody>
          <a:bodyPr wrap="square" lIns="95250" tIns="95250" rIns="95250" bIns="95250" anchor="t">
            <a:normAutofit/>
          </a:bodyPr>
          <a:lstStyle/>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POWER</a:t>
            </a:r>
          </a:p>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DISTRIBUTION</a:t>
            </a:r>
          </a:p>
        </p:txBody>
      </p:sp>
      <p:sp>
        <p:nvSpPr>
          <p:cNvPr id="11" name="Rectangle 10">
            <a:extLst>
              <a:ext uri="{FF2B5EF4-FFF2-40B4-BE49-F238E27FC236}">
                <a16:creationId xmlns:a16="http://schemas.microsoft.com/office/drawing/2014/main" id="{41BFC885-2240-4DB0-B9C1-6BCFE8A0EED8}"/>
              </a:ext>
            </a:extLst>
          </p:cNvPr>
          <p:cNvSpPr>
            <a:spLocks noGrp="1"/>
          </p:cNvSpPr>
          <p:nvPr/>
        </p:nvSpPr>
        <p:spPr>
          <a:xfrm>
            <a:off x="5067300" y="2333625"/>
            <a:ext cx="1714500" cy="1333500"/>
          </a:xfrm>
          <a:prstGeom prst="rect">
            <a:avLst/>
          </a:prstGeom>
          <a:solidFill>
            <a:srgbClr val="F0F1F2"/>
          </a:solidFill>
          <a:ln w="9525">
            <a:solidFill>
              <a:srgbClr val="B8BCC4"/>
            </a:solidFill>
            <a:prstDash val="solid"/>
          </a:ln>
        </p:spPr>
        <p:txBody>
          <a:bodyPr wrap="square" lIns="95250" tIns="95250" rIns="95250" bIns="95250" anchor="t">
            <a:normAutofit/>
          </a:bodyPr>
          <a:lstStyle/>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AC → DC</a:t>
            </a:r>
          </a:p>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POWER SUPPLY</a:t>
            </a:r>
          </a:p>
        </p:txBody>
      </p:sp>
      <p:sp>
        <p:nvSpPr>
          <p:cNvPr id="12" name="Rectangle 11">
            <a:extLst>
              <a:ext uri="{FF2B5EF4-FFF2-40B4-BE49-F238E27FC236}">
                <a16:creationId xmlns:a16="http://schemas.microsoft.com/office/drawing/2014/main" id="{0CE2BE55-3617-4EFD-8931-2C8D66E34066}"/>
              </a:ext>
            </a:extLst>
          </p:cNvPr>
          <p:cNvSpPr>
            <a:spLocks noGrp="1"/>
          </p:cNvSpPr>
          <p:nvPr/>
        </p:nvSpPr>
        <p:spPr>
          <a:xfrm>
            <a:off x="7372350" y="2333625"/>
            <a:ext cx="1714500" cy="1333500"/>
          </a:xfrm>
          <a:prstGeom prst="rect">
            <a:avLst/>
          </a:prstGeom>
          <a:solidFill>
            <a:srgbClr val="EEF9F4"/>
          </a:solidFill>
          <a:ln w="19050">
            <a:solidFill>
              <a:srgbClr val="3AA675"/>
            </a:solidFill>
            <a:prstDash val="solid"/>
          </a:ln>
        </p:spPr>
        <p:txBody>
          <a:bodyPr wrap="square" lIns="95250" tIns="95250" rIns="95250" bIns="95250" anchor="t">
            <a:normAutofit/>
          </a:bodyPr>
          <a:lstStyle/>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DISTRIBUTED</a:t>
            </a:r>
          </a:p>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DC</a:t>
            </a:r>
          </a:p>
        </p:txBody>
      </p:sp>
      <p:sp>
        <p:nvSpPr>
          <p:cNvPr id="13" name="Rectangle 12">
            <a:extLst>
              <a:ext uri="{FF2B5EF4-FFF2-40B4-BE49-F238E27FC236}">
                <a16:creationId xmlns:a16="http://schemas.microsoft.com/office/drawing/2014/main" id="{BDFF289A-26A6-4624-81EB-06F0C35EABD9}"/>
              </a:ext>
            </a:extLst>
          </p:cNvPr>
          <p:cNvSpPr>
            <a:spLocks noGrp="1"/>
          </p:cNvSpPr>
          <p:nvPr/>
        </p:nvSpPr>
        <p:spPr>
          <a:xfrm>
            <a:off x="9677400" y="2333625"/>
            <a:ext cx="1714500" cy="1333500"/>
          </a:xfrm>
          <a:prstGeom prst="rect">
            <a:avLst/>
          </a:prstGeom>
          <a:solidFill>
            <a:srgbClr val="EAF5FB"/>
          </a:solidFill>
          <a:ln w="9525">
            <a:solidFill>
              <a:srgbClr val="03699B"/>
            </a:solidFill>
            <a:prstDash val="solid"/>
          </a:ln>
        </p:spPr>
        <p:txBody>
          <a:bodyPr wrap="square" lIns="95250" tIns="95250" rIns="95250" bIns="95250" anchor="t">
            <a:normAutofit/>
          </a:bodyPr>
          <a:lstStyle/>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CABINET</a:t>
            </a:r>
          </a:p>
          <a:p>
            <a:pPr algn="ctr">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LOADS</a:t>
            </a:r>
          </a:p>
        </p:txBody>
      </p:sp>
      <p:sp>
        <p:nvSpPr>
          <p:cNvPr id="14" name="Rectangle 13">
            <a:extLst>
              <a:ext uri="{FF2B5EF4-FFF2-40B4-BE49-F238E27FC236}">
                <a16:creationId xmlns:a16="http://schemas.microsoft.com/office/drawing/2014/main" id="{D01D67C7-83D4-425F-BE6E-1BFAD28ED059}"/>
              </a:ext>
            </a:extLst>
          </p:cNvPr>
          <p:cNvSpPr>
            <a:spLocks noGrp="1"/>
          </p:cNvSpPr>
          <p:nvPr/>
        </p:nvSpPr>
        <p:spPr>
          <a:xfrm>
            <a:off x="9677400" y="4095750"/>
            <a:ext cx="1714500" cy="266700"/>
          </a:xfrm>
          <a:prstGeom prst="rect">
            <a:avLst/>
          </a:prstGeom>
          <a:noFill/>
          <a:ln w="0">
            <a:noFill/>
            <a:prstDash val="solid"/>
          </a:ln>
        </p:spPr>
        <p:txBody>
          <a:bodyPr wrap="square" lIns="0" tIns="0" rIns="0" bIns="0" anchor="t">
            <a:noAutofit/>
          </a:bodyPr>
          <a:lstStyle/>
          <a:p>
            <a:pPr algn="ctr">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CPU / backplane</a:t>
            </a:r>
          </a:p>
        </p:txBody>
      </p:sp>
      <p:sp>
        <p:nvSpPr>
          <p:cNvPr id="15" name="Rectangle 14">
            <a:extLst>
              <a:ext uri="{FF2B5EF4-FFF2-40B4-BE49-F238E27FC236}">
                <a16:creationId xmlns:a16="http://schemas.microsoft.com/office/drawing/2014/main" id="{8914FB28-CB74-4CEA-A4F7-3F1767DB786B}"/>
              </a:ext>
            </a:extLst>
          </p:cNvPr>
          <p:cNvSpPr>
            <a:spLocks noGrp="1"/>
          </p:cNvSpPr>
          <p:nvPr/>
        </p:nvSpPr>
        <p:spPr>
          <a:xfrm>
            <a:off x="9677400" y="4476750"/>
            <a:ext cx="1714500" cy="266700"/>
          </a:xfrm>
          <a:prstGeom prst="rect">
            <a:avLst/>
          </a:prstGeom>
          <a:noFill/>
          <a:ln w="0">
            <a:noFill/>
            <a:prstDash val="solid"/>
          </a:ln>
        </p:spPr>
        <p:txBody>
          <a:bodyPr wrap="square" lIns="0" tIns="0" rIns="0" bIns="0" anchor="t">
            <a:noAutofit/>
          </a:bodyPr>
          <a:lstStyle/>
          <a:p>
            <a:pPr algn="ctr">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monitors / LEDs</a:t>
            </a:r>
          </a:p>
        </p:txBody>
      </p:sp>
      <p:sp>
        <p:nvSpPr>
          <p:cNvPr id="16" name="Rectangle 15">
            <a:extLst>
              <a:ext uri="{FF2B5EF4-FFF2-40B4-BE49-F238E27FC236}">
                <a16:creationId xmlns:a16="http://schemas.microsoft.com/office/drawing/2014/main" id="{906A4E74-8271-49AD-86E9-4A59DB036030}"/>
              </a:ext>
            </a:extLst>
          </p:cNvPr>
          <p:cNvSpPr>
            <a:spLocks noGrp="1"/>
          </p:cNvSpPr>
          <p:nvPr/>
        </p:nvSpPr>
        <p:spPr>
          <a:xfrm>
            <a:off x="9677400" y="4857750"/>
            <a:ext cx="1714500" cy="266700"/>
          </a:xfrm>
          <a:prstGeom prst="rect">
            <a:avLst/>
          </a:prstGeom>
          <a:noFill/>
          <a:ln w="0">
            <a:noFill/>
            <a:prstDash val="solid"/>
          </a:ln>
        </p:spPr>
        <p:txBody>
          <a:bodyPr wrap="square" lIns="0" tIns="0" rIns="0" bIns="0" anchor="t">
            <a:noAutofit/>
          </a:bodyPr>
          <a:lstStyle/>
          <a:p>
            <a:pPr algn="ctr">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peripherals</a:t>
            </a:r>
          </a:p>
        </p:txBody>
      </p:sp>
      <p:sp>
        <p:nvSpPr>
          <p:cNvPr id="17" name="Rectangle 16">
            <a:extLst>
              <a:ext uri="{FF2B5EF4-FFF2-40B4-BE49-F238E27FC236}">
                <a16:creationId xmlns:a16="http://schemas.microsoft.com/office/drawing/2014/main" id="{EF8A5600-0E79-4A24-8214-148A3E1F7C59}"/>
              </a:ext>
            </a:extLst>
          </p:cNvPr>
          <p:cNvSpPr>
            <a:spLocks noGrp="1"/>
          </p:cNvSpPr>
          <p:nvPr/>
        </p:nvSpPr>
        <p:spPr>
          <a:xfrm>
            <a:off x="1809750" y="5619750"/>
            <a:ext cx="8572500" cy="381000"/>
          </a:xfrm>
          <a:prstGeom prst="rect">
            <a:avLst/>
          </a:prstGeom>
          <a:noFill/>
          <a:ln w="0">
            <a:noFill/>
            <a:prstDash val="solid"/>
          </a:ln>
        </p:spPr>
        <p:txBody>
          <a:bodyPr wrap="square" lIns="0" tIns="0" rIns="0" bIns="0" anchor="t">
            <a:no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Some cabinets combine distribution and conversion. Others use multiple supplies for different cabinet systems.</a:t>
            </a:r>
          </a:p>
        </p:txBody>
      </p:sp>
      <p:sp>
        <p:nvSpPr>
          <p:cNvPr id="19" name="Straight Connector 18">
            <a:extLst>
              <a:ext uri="{FF2B5EF4-FFF2-40B4-BE49-F238E27FC236}">
                <a16:creationId xmlns:a16="http://schemas.microsoft.com/office/drawing/2014/main" id="{81815C6E-8063-7176-59CE-D50BD7A63A70}"/>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886216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7D2D11A-9235-4861-A33A-3D820D6D705E}"/>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latin typeface="Helvetica Neue"/>
                <a:ea typeface="Helvetica Neue"/>
                <a:cs typeface="Helvetica Neue"/>
              </a:rPr>
              <a:t>04 • POWER FLOW - SEVEN-STEP METER SEQUENCE</a:t>
            </a:r>
          </a:p>
        </p:txBody>
      </p:sp>
      <p:sp>
        <p:nvSpPr>
          <p:cNvPr id="2" name="Rectangle 1">
            <a:extLst>
              <a:ext uri="{FF2B5EF4-FFF2-40B4-BE49-F238E27FC236}">
                <a16:creationId xmlns:a16="http://schemas.microsoft.com/office/drawing/2014/main" id="{4B6C75F4-D491-4847-B54E-78FE0F9DA0C9}"/>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Use the same seven-step meter sequence every time.</a:t>
            </a:r>
          </a:p>
        </p:txBody>
      </p:sp>
      <p:sp>
        <p:nvSpPr>
          <p:cNvPr id="5" name="Rectangle 4">
            <a:extLst>
              <a:ext uri="{FF2B5EF4-FFF2-40B4-BE49-F238E27FC236}">
                <a16:creationId xmlns:a16="http://schemas.microsoft.com/office/drawing/2014/main" id="{C4335B3B-397E-4140-AAE8-9F07E348E6E8}"/>
              </a:ext>
            </a:extLst>
          </p:cNvPr>
          <p:cNvSpPr>
            <a:spLocks noGrp="1"/>
          </p:cNvSpPr>
          <p:nvPr/>
        </p:nvSpPr>
        <p:spPr>
          <a:xfrm>
            <a:off x="400050" y="16954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1</a:t>
            </a:r>
          </a:p>
        </p:txBody>
      </p:sp>
      <p:sp>
        <p:nvSpPr>
          <p:cNvPr id="6" name="Rectangle 5">
            <a:extLst>
              <a:ext uri="{FF2B5EF4-FFF2-40B4-BE49-F238E27FC236}">
                <a16:creationId xmlns:a16="http://schemas.microsoft.com/office/drawing/2014/main" id="{15C71B6E-C91E-4F96-8821-3C1F873E3E10}"/>
              </a:ext>
            </a:extLst>
          </p:cNvPr>
          <p:cNvSpPr>
            <a:spLocks noGrp="1"/>
          </p:cNvSpPr>
          <p:nvPr/>
        </p:nvSpPr>
        <p:spPr>
          <a:xfrm>
            <a:off x="952500" y="16954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Define the measurement</a:t>
            </a:r>
          </a:p>
        </p:txBody>
      </p:sp>
      <p:sp>
        <p:nvSpPr>
          <p:cNvPr id="7" name="Rectangle 6">
            <a:extLst>
              <a:ext uri="{FF2B5EF4-FFF2-40B4-BE49-F238E27FC236}">
                <a16:creationId xmlns:a16="http://schemas.microsoft.com/office/drawing/2014/main" id="{D709E435-7957-4082-9215-9BFB29BC9FF6}"/>
              </a:ext>
            </a:extLst>
          </p:cNvPr>
          <p:cNvSpPr>
            <a:spLocks noGrp="1"/>
          </p:cNvSpPr>
          <p:nvPr/>
        </p:nvSpPr>
        <p:spPr>
          <a:xfrm>
            <a:off x="952500" y="20193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AC voltage, DC voltage, resistance, or continuity</a:t>
            </a:r>
          </a:p>
        </p:txBody>
      </p:sp>
      <p:sp>
        <p:nvSpPr>
          <p:cNvPr id="8" name="Straight Connector 7">
            <a:extLst>
              <a:ext uri="{FF2B5EF4-FFF2-40B4-BE49-F238E27FC236}">
                <a16:creationId xmlns:a16="http://schemas.microsoft.com/office/drawing/2014/main" id="{DFE65A29-3240-4DBB-9E30-F1720128D378}"/>
              </a:ext>
            </a:extLst>
          </p:cNvPr>
          <p:cNvSpPr>
            <a:spLocks noGrp="1"/>
          </p:cNvSpPr>
          <p:nvPr/>
        </p:nvSpPr>
        <p:spPr>
          <a:xfrm>
            <a:off x="952500" y="2419350"/>
            <a:ext cx="4762500" cy="0"/>
          </a:xfrm>
          <a:prstGeom prst="line">
            <a:avLst/>
          </a:prstGeom>
          <a:noFill/>
          <a:ln w="9525">
            <a:solidFill>
              <a:srgbClr val="B8BCC4"/>
            </a:solidFill>
            <a:prstDash val="solid"/>
          </a:ln>
        </p:spPr>
        <p:txBody>
          <a:bodyPr/>
          <a:lstStyle/>
          <a:p>
            <a:endParaRPr/>
          </a:p>
        </p:txBody>
      </p:sp>
      <p:sp>
        <p:nvSpPr>
          <p:cNvPr id="9" name="Rectangle 8">
            <a:extLst>
              <a:ext uri="{FF2B5EF4-FFF2-40B4-BE49-F238E27FC236}">
                <a16:creationId xmlns:a16="http://schemas.microsoft.com/office/drawing/2014/main" id="{A4B3E807-6305-4CFB-9D32-025F75F02A7B}"/>
              </a:ext>
            </a:extLst>
          </p:cNvPr>
          <p:cNvSpPr>
            <a:spLocks noGrp="1"/>
          </p:cNvSpPr>
          <p:nvPr/>
        </p:nvSpPr>
        <p:spPr>
          <a:xfrm>
            <a:off x="400050" y="25717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2</a:t>
            </a:r>
          </a:p>
        </p:txBody>
      </p:sp>
      <p:sp>
        <p:nvSpPr>
          <p:cNvPr id="10" name="Rectangle 9">
            <a:extLst>
              <a:ext uri="{FF2B5EF4-FFF2-40B4-BE49-F238E27FC236}">
                <a16:creationId xmlns:a16="http://schemas.microsoft.com/office/drawing/2014/main" id="{DECB11CD-7F6E-4DB3-9142-7E6F4F04049E}"/>
              </a:ext>
            </a:extLst>
          </p:cNvPr>
          <p:cNvSpPr>
            <a:spLocks noGrp="1"/>
          </p:cNvSpPr>
          <p:nvPr/>
        </p:nvSpPr>
        <p:spPr>
          <a:xfrm>
            <a:off x="952500" y="25717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Inspect the meter</a:t>
            </a:r>
          </a:p>
        </p:txBody>
      </p:sp>
      <p:sp>
        <p:nvSpPr>
          <p:cNvPr id="11" name="Rectangle 10">
            <a:extLst>
              <a:ext uri="{FF2B5EF4-FFF2-40B4-BE49-F238E27FC236}">
                <a16:creationId xmlns:a16="http://schemas.microsoft.com/office/drawing/2014/main" id="{930C01DD-7EE6-4BC1-A910-7F678228C415}"/>
              </a:ext>
            </a:extLst>
          </p:cNvPr>
          <p:cNvSpPr>
            <a:spLocks noGrp="1"/>
          </p:cNvSpPr>
          <p:nvPr/>
        </p:nvSpPr>
        <p:spPr>
          <a:xfrm>
            <a:off x="952500" y="28956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Leads, probes, common terminal, and test terminal</a:t>
            </a:r>
          </a:p>
        </p:txBody>
      </p:sp>
      <p:sp>
        <p:nvSpPr>
          <p:cNvPr id="12" name="Straight Connector 11">
            <a:extLst>
              <a:ext uri="{FF2B5EF4-FFF2-40B4-BE49-F238E27FC236}">
                <a16:creationId xmlns:a16="http://schemas.microsoft.com/office/drawing/2014/main" id="{C9F1D0A1-58E7-4CB7-9E5E-A88A3A1D4ACB}"/>
              </a:ext>
            </a:extLst>
          </p:cNvPr>
          <p:cNvSpPr>
            <a:spLocks noGrp="1"/>
          </p:cNvSpPr>
          <p:nvPr/>
        </p:nvSpPr>
        <p:spPr>
          <a:xfrm>
            <a:off x="952500" y="3295650"/>
            <a:ext cx="4762500" cy="0"/>
          </a:xfrm>
          <a:prstGeom prst="line">
            <a:avLst/>
          </a:prstGeom>
          <a:noFill/>
          <a:ln w="9525">
            <a:solidFill>
              <a:srgbClr val="B8BCC4"/>
            </a:solidFill>
            <a:prstDash val="solid"/>
          </a:ln>
        </p:spPr>
        <p:txBody>
          <a:bodyPr/>
          <a:lstStyle/>
          <a:p>
            <a:endParaRPr/>
          </a:p>
        </p:txBody>
      </p:sp>
      <p:sp>
        <p:nvSpPr>
          <p:cNvPr id="13" name="Rectangle 12">
            <a:extLst>
              <a:ext uri="{FF2B5EF4-FFF2-40B4-BE49-F238E27FC236}">
                <a16:creationId xmlns:a16="http://schemas.microsoft.com/office/drawing/2014/main" id="{45937175-DFDB-427D-9CDC-0B9F0D1EF963}"/>
              </a:ext>
            </a:extLst>
          </p:cNvPr>
          <p:cNvSpPr>
            <a:spLocks noGrp="1"/>
          </p:cNvSpPr>
          <p:nvPr/>
        </p:nvSpPr>
        <p:spPr>
          <a:xfrm>
            <a:off x="400050" y="34480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3</a:t>
            </a:r>
          </a:p>
        </p:txBody>
      </p:sp>
      <p:sp>
        <p:nvSpPr>
          <p:cNvPr id="14" name="Rectangle 13">
            <a:extLst>
              <a:ext uri="{FF2B5EF4-FFF2-40B4-BE49-F238E27FC236}">
                <a16:creationId xmlns:a16="http://schemas.microsoft.com/office/drawing/2014/main" id="{95C34995-59A8-4F93-82FA-5A6AFA589540}"/>
              </a:ext>
            </a:extLst>
          </p:cNvPr>
          <p:cNvSpPr>
            <a:spLocks noGrp="1"/>
          </p:cNvSpPr>
          <p:nvPr/>
        </p:nvSpPr>
        <p:spPr>
          <a:xfrm>
            <a:off x="952500" y="34480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Select a safe function</a:t>
            </a:r>
          </a:p>
        </p:txBody>
      </p:sp>
      <p:sp>
        <p:nvSpPr>
          <p:cNvPr id="15" name="Rectangle 14">
            <a:extLst>
              <a:ext uri="{FF2B5EF4-FFF2-40B4-BE49-F238E27FC236}">
                <a16:creationId xmlns:a16="http://schemas.microsoft.com/office/drawing/2014/main" id="{C9016F73-5C82-4F6E-88C2-9996BA460D56}"/>
              </a:ext>
            </a:extLst>
          </p:cNvPr>
          <p:cNvSpPr>
            <a:spLocks noGrp="1"/>
          </p:cNvSpPr>
          <p:nvPr/>
        </p:nvSpPr>
        <p:spPr>
          <a:xfrm>
            <a:off x="952500" y="37719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Choose the range and treat unknown circuits conservatively</a:t>
            </a:r>
          </a:p>
        </p:txBody>
      </p:sp>
      <p:sp>
        <p:nvSpPr>
          <p:cNvPr id="16" name="Straight Connector 15">
            <a:extLst>
              <a:ext uri="{FF2B5EF4-FFF2-40B4-BE49-F238E27FC236}">
                <a16:creationId xmlns:a16="http://schemas.microsoft.com/office/drawing/2014/main" id="{561D8F86-0AF8-4A93-BBC3-04BFF925B7FB}"/>
              </a:ext>
            </a:extLst>
          </p:cNvPr>
          <p:cNvSpPr>
            <a:spLocks noGrp="1"/>
          </p:cNvSpPr>
          <p:nvPr/>
        </p:nvSpPr>
        <p:spPr>
          <a:xfrm>
            <a:off x="952500" y="4171950"/>
            <a:ext cx="4762500" cy="0"/>
          </a:xfrm>
          <a:prstGeom prst="line">
            <a:avLst/>
          </a:prstGeom>
          <a:noFill/>
          <a:ln w="9525">
            <a:solidFill>
              <a:srgbClr val="B8BCC4"/>
            </a:solidFill>
            <a:prstDash val="solid"/>
          </a:ln>
        </p:spPr>
        <p:txBody>
          <a:bodyPr/>
          <a:lstStyle/>
          <a:p>
            <a:endParaRPr/>
          </a:p>
        </p:txBody>
      </p:sp>
      <p:sp>
        <p:nvSpPr>
          <p:cNvPr id="17" name="Rectangle 16">
            <a:extLst>
              <a:ext uri="{FF2B5EF4-FFF2-40B4-BE49-F238E27FC236}">
                <a16:creationId xmlns:a16="http://schemas.microsoft.com/office/drawing/2014/main" id="{D858476C-7B0F-475F-9B81-61D8903E806D}"/>
              </a:ext>
            </a:extLst>
          </p:cNvPr>
          <p:cNvSpPr>
            <a:spLocks noGrp="1"/>
          </p:cNvSpPr>
          <p:nvPr/>
        </p:nvSpPr>
        <p:spPr>
          <a:xfrm>
            <a:off x="400050" y="43243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4</a:t>
            </a:r>
          </a:p>
        </p:txBody>
      </p:sp>
      <p:sp>
        <p:nvSpPr>
          <p:cNvPr id="18" name="Rectangle 17">
            <a:extLst>
              <a:ext uri="{FF2B5EF4-FFF2-40B4-BE49-F238E27FC236}">
                <a16:creationId xmlns:a16="http://schemas.microsoft.com/office/drawing/2014/main" id="{3D6AEA52-DDA7-4481-A958-6191C216D759}"/>
              </a:ext>
            </a:extLst>
          </p:cNvPr>
          <p:cNvSpPr>
            <a:spLocks noGrp="1"/>
          </p:cNvSpPr>
          <p:nvPr/>
        </p:nvSpPr>
        <p:spPr>
          <a:xfrm>
            <a:off x="952500" y="43243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Prove the meter</a:t>
            </a:r>
          </a:p>
        </p:txBody>
      </p:sp>
      <p:sp>
        <p:nvSpPr>
          <p:cNvPr id="19" name="Rectangle 18">
            <a:extLst>
              <a:ext uri="{FF2B5EF4-FFF2-40B4-BE49-F238E27FC236}">
                <a16:creationId xmlns:a16="http://schemas.microsoft.com/office/drawing/2014/main" id="{3C2EA328-E0A2-4146-9516-51764D314FA2}"/>
              </a:ext>
            </a:extLst>
          </p:cNvPr>
          <p:cNvSpPr>
            <a:spLocks noGrp="1"/>
          </p:cNvSpPr>
          <p:nvPr/>
        </p:nvSpPr>
        <p:spPr>
          <a:xfrm>
            <a:off x="952500" y="46482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Use a known source or known condition when the procedure allows</a:t>
            </a:r>
          </a:p>
        </p:txBody>
      </p:sp>
      <p:sp>
        <p:nvSpPr>
          <p:cNvPr id="20" name="Straight Connector 19">
            <a:extLst>
              <a:ext uri="{FF2B5EF4-FFF2-40B4-BE49-F238E27FC236}">
                <a16:creationId xmlns:a16="http://schemas.microsoft.com/office/drawing/2014/main" id="{D3B4929E-1138-4259-8E7B-78BB64844666}"/>
              </a:ext>
            </a:extLst>
          </p:cNvPr>
          <p:cNvSpPr>
            <a:spLocks noGrp="1"/>
          </p:cNvSpPr>
          <p:nvPr/>
        </p:nvSpPr>
        <p:spPr>
          <a:xfrm>
            <a:off x="952500" y="5048250"/>
            <a:ext cx="4762500" cy="0"/>
          </a:xfrm>
          <a:prstGeom prst="line">
            <a:avLst/>
          </a:prstGeom>
          <a:noFill/>
          <a:ln w="9525">
            <a:solidFill>
              <a:srgbClr val="B8BCC4"/>
            </a:solidFill>
            <a:prstDash val="solid"/>
          </a:ln>
        </p:spPr>
        <p:txBody>
          <a:bodyPr/>
          <a:lstStyle/>
          <a:p>
            <a:endParaRPr/>
          </a:p>
        </p:txBody>
      </p:sp>
      <p:sp>
        <p:nvSpPr>
          <p:cNvPr id="21" name="Rectangle 20">
            <a:extLst>
              <a:ext uri="{FF2B5EF4-FFF2-40B4-BE49-F238E27FC236}">
                <a16:creationId xmlns:a16="http://schemas.microsoft.com/office/drawing/2014/main" id="{A846DA6E-6BE4-45E9-A963-88598C62879D}"/>
              </a:ext>
            </a:extLst>
          </p:cNvPr>
          <p:cNvSpPr>
            <a:spLocks noGrp="1"/>
          </p:cNvSpPr>
          <p:nvPr/>
        </p:nvSpPr>
        <p:spPr>
          <a:xfrm>
            <a:off x="6305550" y="16954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5</a:t>
            </a:r>
          </a:p>
        </p:txBody>
      </p:sp>
      <p:sp>
        <p:nvSpPr>
          <p:cNvPr id="22" name="Rectangle 21">
            <a:extLst>
              <a:ext uri="{FF2B5EF4-FFF2-40B4-BE49-F238E27FC236}">
                <a16:creationId xmlns:a16="http://schemas.microsoft.com/office/drawing/2014/main" id="{6E56C2F7-DCFE-463C-99D6-DD4C9BB1447E}"/>
              </a:ext>
            </a:extLst>
          </p:cNvPr>
          <p:cNvSpPr>
            <a:spLocks noGrp="1"/>
          </p:cNvSpPr>
          <p:nvPr/>
        </p:nvSpPr>
        <p:spPr>
          <a:xfrm>
            <a:off x="6858000" y="16954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Place probes safely</a:t>
            </a:r>
          </a:p>
        </p:txBody>
      </p:sp>
      <p:sp>
        <p:nvSpPr>
          <p:cNvPr id="23" name="Rectangle 22">
            <a:extLst>
              <a:ext uri="{FF2B5EF4-FFF2-40B4-BE49-F238E27FC236}">
                <a16:creationId xmlns:a16="http://schemas.microsoft.com/office/drawing/2014/main" id="{05946A96-84C8-4E26-A8CC-C3B17F9F5C16}"/>
              </a:ext>
            </a:extLst>
          </p:cNvPr>
          <p:cNvSpPr>
            <a:spLocks noGrp="1"/>
          </p:cNvSpPr>
          <p:nvPr/>
        </p:nvSpPr>
        <p:spPr>
          <a:xfrm>
            <a:off x="6858000" y="20193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Fingers behind guards; avoid body paths and accidental shorts</a:t>
            </a:r>
          </a:p>
        </p:txBody>
      </p:sp>
      <p:sp>
        <p:nvSpPr>
          <p:cNvPr id="24" name="Straight Connector 23">
            <a:extLst>
              <a:ext uri="{FF2B5EF4-FFF2-40B4-BE49-F238E27FC236}">
                <a16:creationId xmlns:a16="http://schemas.microsoft.com/office/drawing/2014/main" id="{3B7BF205-E9D3-4AE7-80B4-30B82B7E169C}"/>
              </a:ext>
            </a:extLst>
          </p:cNvPr>
          <p:cNvSpPr>
            <a:spLocks noGrp="1"/>
          </p:cNvSpPr>
          <p:nvPr/>
        </p:nvSpPr>
        <p:spPr>
          <a:xfrm>
            <a:off x="6858000" y="2419350"/>
            <a:ext cx="4762500" cy="0"/>
          </a:xfrm>
          <a:prstGeom prst="line">
            <a:avLst/>
          </a:prstGeom>
          <a:noFill/>
          <a:ln w="9525">
            <a:solidFill>
              <a:srgbClr val="B8BCC4"/>
            </a:solidFill>
            <a:prstDash val="solid"/>
          </a:ln>
        </p:spPr>
        <p:txBody>
          <a:bodyPr/>
          <a:lstStyle/>
          <a:p>
            <a:endParaRPr/>
          </a:p>
        </p:txBody>
      </p:sp>
      <p:sp>
        <p:nvSpPr>
          <p:cNvPr id="25" name="Rectangle 24">
            <a:extLst>
              <a:ext uri="{FF2B5EF4-FFF2-40B4-BE49-F238E27FC236}">
                <a16:creationId xmlns:a16="http://schemas.microsoft.com/office/drawing/2014/main" id="{DB2E99BD-4973-4910-ADE3-38D96C78C59A}"/>
              </a:ext>
            </a:extLst>
          </p:cNvPr>
          <p:cNvSpPr>
            <a:spLocks noGrp="1"/>
          </p:cNvSpPr>
          <p:nvPr/>
        </p:nvSpPr>
        <p:spPr>
          <a:xfrm>
            <a:off x="6305550" y="25717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6</a:t>
            </a:r>
          </a:p>
        </p:txBody>
      </p:sp>
      <p:sp>
        <p:nvSpPr>
          <p:cNvPr id="26" name="Rectangle 25">
            <a:extLst>
              <a:ext uri="{FF2B5EF4-FFF2-40B4-BE49-F238E27FC236}">
                <a16:creationId xmlns:a16="http://schemas.microsoft.com/office/drawing/2014/main" id="{344723FF-2F9B-4E86-8781-8B7CF8EB26EB}"/>
              </a:ext>
            </a:extLst>
          </p:cNvPr>
          <p:cNvSpPr>
            <a:spLocks noGrp="1"/>
          </p:cNvSpPr>
          <p:nvPr/>
        </p:nvSpPr>
        <p:spPr>
          <a:xfrm>
            <a:off x="6858000" y="25717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Remove power first</a:t>
            </a:r>
          </a:p>
        </p:txBody>
      </p:sp>
      <p:sp>
        <p:nvSpPr>
          <p:cNvPr id="27" name="Rectangle 26">
            <a:extLst>
              <a:ext uri="{FF2B5EF4-FFF2-40B4-BE49-F238E27FC236}">
                <a16:creationId xmlns:a16="http://schemas.microsoft.com/office/drawing/2014/main" id="{33E9BE41-A5AE-446F-80FB-0869DC38C0CD}"/>
              </a:ext>
            </a:extLst>
          </p:cNvPr>
          <p:cNvSpPr>
            <a:spLocks noGrp="1"/>
          </p:cNvSpPr>
          <p:nvPr/>
        </p:nvSpPr>
        <p:spPr>
          <a:xfrm>
            <a:off x="6858000" y="28956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Required for resistance and continuity checks</a:t>
            </a:r>
          </a:p>
        </p:txBody>
      </p:sp>
      <p:sp>
        <p:nvSpPr>
          <p:cNvPr id="28" name="Straight Connector 27">
            <a:extLst>
              <a:ext uri="{FF2B5EF4-FFF2-40B4-BE49-F238E27FC236}">
                <a16:creationId xmlns:a16="http://schemas.microsoft.com/office/drawing/2014/main" id="{14C9D8CF-76B1-4998-BC50-9E918E1F7345}"/>
              </a:ext>
            </a:extLst>
          </p:cNvPr>
          <p:cNvSpPr>
            <a:spLocks noGrp="1"/>
          </p:cNvSpPr>
          <p:nvPr/>
        </p:nvSpPr>
        <p:spPr>
          <a:xfrm>
            <a:off x="6858000" y="3295650"/>
            <a:ext cx="4762500" cy="0"/>
          </a:xfrm>
          <a:prstGeom prst="line">
            <a:avLst/>
          </a:prstGeom>
          <a:noFill/>
          <a:ln w="9525">
            <a:solidFill>
              <a:srgbClr val="B8BCC4"/>
            </a:solidFill>
            <a:prstDash val="solid"/>
          </a:ln>
        </p:spPr>
        <p:txBody>
          <a:bodyPr/>
          <a:lstStyle/>
          <a:p>
            <a:endParaRPr/>
          </a:p>
        </p:txBody>
      </p:sp>
      <p:sp>
        <p:nvSpPr>
          <p:cNvPr id="29" name="Rectangle 28">
            <a:extLst>
              <a:ext uri="{FF2B5EF4-FFF2-40B4-BE49-F238E27FC236}">
                <a16:creationId xmlns:a16="http://schemas.microsoft.com/office/drawing/2014/main" id="{97E8A8C2-E858-41F0-8489-9448FBAB284A}"/>
              </a:ext>
            </a:extLst>
          </p:cNvPr>
          <p:cNvSpPr>
            <a:spLocks noGrp="1"/>
          </p:cNvSpPr>
          <p:nvPr/>
        </p:nvSpPr>
        <p:spPr>
          <a:xfrm>
            <a:off x="6305550" y="34480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7</a:t>
            </a:r>
          </a:p>
        </p:txBody>
      </p:sp>
      <p:sp>
        <p:nvSpPr>
          <p:cNvPr id="30" name="Rectangle 29">
            <a:extLst>
              <a:ext uri="{FF2B5EF4-FFF2-40B4-BE49-F238E27FC236}">
                <a16:creationId xmlns:a16="http://schemas.microsoft.com/office/drawing/2014/main" id="{35ABA58B-6B71-4E67-8DDE-232F268500FB}"/>
              </a:ext>
            </a:extLst>
          </p:cNvPr>
          <p:cNvSpPr>
            <a:spLocks noGrp="1"/>
          </p:cNvSpPr>
          <p:nvPr/>
        </p:nvSpPr>
        <p:spPr>
          <a:xfrm>
            <a:off x="6858000" y="3448050"/>
            <a:ext cx="2381250" cy="285750"/>
          </a:xfrm>
          <a:prstGeom prst="rect">
            <a:avLst/>
          </a:prstGeom>
          <a:noFill/>
          <a:ln w="0">
            <a:noFill/>
            <a:prstDash val="solid"/>
          </a:ln>
        </p:spPr>
        <p:txBody>
          <a:bodyPr wrap="square" lIns="0" tIns="0" rIns="0" bIns="0" anchor="t">
            <a:noAutofit/>
          </a:bodyPr>
          <a:lstStyle/>
          <a:p>
            <a:pPr algn="l">
              <a:buNone/>
              <a:defRPr sz="1575" b="1">
                <a:solidFill>
                  <a:srgbClr val="0B0B0B"/>
                </a:solidFill>
                <a:latin typeface="Helvetica Neue"/>
                <a:ea typeface="Helvetica Neue"/>
                <a:cs typeface="Helvetica Neue"/>
              </a:defRPr>
            </a:pPr>
            <a:r>
              <a:rPr sz="1575" b="1">
                <a:solidFill>
                  <a:srgbClr val="0B0B0B"/>
                </a:solidFill>
                <a:latin typeface="Helvetica Neue"/>
                <a:ea typeface="Helvetica Neue"/>
                <a:cs typeface="Helvetica Neue"/>
              </a:rPr>
              <a:t>Record the result</a:t>
            </a:r>
          </a:p>
        </p:txBody>
      </p:sp>
      <p:sp>
        <p:nvSpPr>
          <p:cNvPr id="31" name="Rectangle 30">
            <a:extLst>
              <a:ext uri="{FF2B5EF4-FFF2-40B4-BE49-F238E27FC236}">
                <a16:creationId xmlns:a16="http://schemas.microsoft.com/office/drawing/2014/main" id="{C962A0F2-54A6-4657-A403-4C6217075126}"/>
              </a:ext>
            </a:extLst>
          </p:cNvPr>
          <p:cNvSpPr>
            <a:spLocks noGrp="1"/>
          </p:cNvSpPr>
          <p:nvPr/>
        </p:nvSpPr>
        <p:spPr>
          <a:xfrm>
            <a:off x="6858000" y="3771900"/>
            <a:ext cx="4762500" cy="323850"/>
          </a:xfrm>
          <a:prstGeom prst="rect">
            <a:avLst/>
          </a:prstGeom>
          <a:noFill/>
          <a:ln w="0">
            <a:noFill/>
            <a:prstDash val="solid"/>
          </a:ln>
        </p:spPr>
        <p:txBody>
          <a:bodyPr wrap="square" lIns="0" tIns="0" rIns="0" bIns="0" anchor="t">
            <a:noAutofit/>
          </a:bodyPr>
          <a:lstStyle/>
          <a:p>
            <a:pPr algn="l">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Name both test points, the operating condition, and the reading</a:t>
            </a:r>
          </a:p>
        </p:txBody>
      </p:sp>
      <p:sp>
        <p:nvSpPr>
          <p:cNvPr id="32" name="Straight Connector 31">
            <a:extLst>
              <a:ext uri="{FF2B5EF4-FFF2-40B4-BE49-F238E27FC236}">
                <a16:creationId xmlns:a16="http://schemas.microsoft.com/office/drawing/2014/main" id="{A4A17911-CA5E-4058-A1B7-CDF466C17234}"/>
              </a:ext>
            </a:extLst>
          </p:cNvPr>
          <p:cNvSpPr>
            <a:spLocks noGrp="1"/>
          </p:cNvSpPr>
          <p:nvPr/>
        </p:nvSpPr>
        <p:spPr>
          <a:xfrm>
            <a:off x="6858000" y="4171950"/>
            <a:ext cx="4762500" cy="0"/>
          </a:xfrm>
          <a:prstGeom prst="line">
            <a:avLst/>
          </a:prstGeom>
          <a:noFill/>
          <a:ln w="9525">
            <a:solidFill>
              <a:srgbClr val="B8BCC4"/>
            </a:solidFill>
            <a:prstDash val="solid"/>
          </a:ln>
        </p:spPr>
        <p:txBody>
          <a:bodyPr/>
          <a:lstStyle/>
          <a:p>
            <a:endParaRPr/>
          </a:p>
        </p:txBody>
      </p:sp>
      <p:sp>
        <p:nvSpPr>
          <p:cNvPr id="33" name="Rectangle 32">
            <a:extLst>
              <a:ext uri="{FF2B5EF4-FFF2-40B4-BE49-F238E27FC236}">
                <a16:creationId xmlns:a16="http://schemas.microsoft.com/office/drawing/2014/main" id="{1CBC14D2-8AB3-498C-A7CB-5F33BD3F3CF1}"/>
              </a:ext>
            </a:extLst>
          </p:cNvPr>
          <p:cNvSpPr>
            <a:spLocks noGrp="1"/>
          </p:cNvSpPr>
          <p:nvPr/>
        </p:nvSpPr>
        <p:spPr>
          <a:xfrm>
            <a:off x="400050" y="5619750"/>
            <a:ext cx="10668000" cy="457200"/>
          </a:xfrm>
          <a:prstGeom prst="rect">
            <a:avLst/>
          </a:prstGeom>
          <a:solidFill>
            <a:srgbClr val="EAF5FB"/>
          </a:solidFill>
          <a:ln w="9525">
            <a:solidFill>
              <a:srgbClr val="03699B"/>
            </a:solidFill>
            <a:prstDash val="solid"/>
          </a:ln>
        </p:spPr>
        <p:txBody>
          <a:bodyPr wrap="square" lIns="95250" tIns="95250" rIns="95250" bIns="95250" anchor="t">
            <a:normAutofit/>
          </a:bodyPr>
          <a:lstStyle/>
          <a:p>
            <a:pPr algn="ctr">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A number without test-point context is weak evidence.</a:t>
            </a:r>
          </a:p>
        </p:txBody>
      </p:sp>
      <p:sp>
        <p:nvSpPr>
          <p:cNvPr id="35" name="Straight Connector 34">
            <a:extLst>
              <a:ext uri="{FF2B5EF4-FFF2-40B4-BE49-F238E27FC236}">
                <a16:creationId xmlns:a16="http://schemas.microsoft.com/office/drawing/2014/main" id="{7449351E-1D6F-A5CB-71F4-A36B166528F3}"/>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035253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latin typeface="Helvetica Neue"/>
                <a:ea typeface="Helvetica Neue"/>
                <a:cs typeface="Helvetica Neue"/>
              </a:rPr>
              <a:t>04 • POWER FLOW - </a:t>
            </a:r>
            <a:r>
              <a:rPr sz="1100" b="1" cap="all" dirty="0">
                <a:solidFill>
                  <a:srgbClr val="03699B"/>
                </a:solidFill>
                <a:latin typeface="Helvetica Neue"/>
                <a:ea typeface="Helvetica Neue"/>
                <a:cs typeface="Helvetica Neue"/>
              </a:rPr>
              <a:t>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Follow the power path—not the symptom.</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Start at a known source or logical split point.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Trace distribution, conversion, and loads.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Compare each reading with the expected value.</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Record both test points and conditions.</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Where would you start for a dead cabinet?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makes a reading useful evidence?</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When should you split the path?</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A planned sequence turns scattered readings into a diagnosis.</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829918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C5A8C"/>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420BC9-D14B-2D1E-15B8-C967C09C0D80}"/>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dirty="0">
                <a:solidFill>
                  <a:srgbClr val="4FC3E7"/>
                </a:solidFill>
                <a:latin typeface="Helvetica Neue"/>
                <a:ea typeface="Helvetica Neue"/>
                <a:cs typeface="Helvetica Neue"/>
              </a:rPr>
              <a:t>SECTION </a:t>
            </a:r>
            <a:r>
              <a:rPr lang="en-US" sz="2000" b="1" dirty="0">
                <a:solidFill>
                  <a:srgbClr val="4FC3E7"/>
                </a:solidFill>
                <a:latin typeface="Helvetica Neue"/>
                <a:ea typeface="Helvetica Neue"/>
                <a:cs typeface="Helvetica Neue"/>
              </a:rPr>
              <a:t>05</a:t>
            </a:r>
            <a:endParaRPr sz="2000" b="1" dirty="0">
              <a:solidFill>
                <a:srgbClr val="4FC3E7"/>
              </a:solidFill>
              <a:latin typeface="Helvetica Neue"/>
              <a:ea typeface="Helvetica Neue"/>
              <a:cs typeface="Helvetica Neue"/>
            </a:endParaRPr>
          </a:p>
          <a:p>
            <a:pPr algn="ctr">
              <a:spcAft>
                <a:spcPts val="18"/>
              </a:spcAft>
              <a:buNone/>
              <a:defRPr>
                <a:latin typeface="Helvetica Neue"/>
                <a:ea typeface="Helvetica Neue"/>
                <a:cs typeface="Helvetica Neue"/>
              </a:defRPr>
            </a:pPr>
            <a:r>
              <a:rPr sz="4800" b="1" dirty="0">
                <a:solidFill>
                  <a:srgbClr val="FFFFFF"/>
                </a:solidFill>
                <a:latin typeface="Helvetica Neue"/>
                <a:ea typeface="Helvetica Neue"/>
                <a:cs typeface="Helvetica Neue"/>
              </a:rPr>
              <a:t>Meter Safety &amp; Use</a:t>
            </a:r>
          </a:p>
          <a:p>
            <a:pPr algn="ctr">
              <a:buNone/>
              <a:defRPr>
                <a:latin typeface="Helvetica Neue"/>
                <a:ea typeface="Helvetica Neue"/>
                <a:cs typeface="Helvetica Neue"/>
              </a:defRPr>
            </a:pPr>
            <a:r>
              <a:rPr sz="2300" dirty="0">
                <a:solidFill>
                  <a:srgbClr val="CDECF7"/>
                </a:solidFill>
                <a:latin typeface="Helvetica Neue"/>
                <a:ea typeface="Helvetica Neue"/>
                <a:cs typeface="Helvetica Neue"/>
              </a:rPr>
              <a:t>Set the meter before the probes touch.</a:t>
            </a:r>
          </a:p>
        </p:txBody>
      </p:sp>
    </p:spTree>
    <p:extLst>
      <p:ext uri="{BB962C8B-B14F-4D97-AF65-F5344CB8AC3E}">
        <p14:creationId xmlns:p14="http://schemas.microsoft.com/office/powerpoint/2010/main" val="2276933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7"/>
          <p:cNvPicPr>
            <a:picLocks noChangeAspect="1"/>
          </p:cNvPicPr>
          <p:nvPr/>
        </p:nvPicPr>
        <p:blipFill>
          <a:blip r:embed="rId3"/>
          <a:srcRect l="2705" t="27084" r="6124" b="20072"/>
          <a:stretch>
            <a:fillRect/>
          </a:stretch>
        </p:blipFill>
        <p:spPr>
          <a:xfrm>
            <a:off x="3379305" y="1403960"/>
            <a:ext cx="8412645" cy="3657100"/>
          </a:xfrm>
          <a:prstGeom prst="rect">
            <a:avLst/>
          </a:prstGeom>
        </p:spPr>
      </p:pic>
      <p:sp>
        <p:nvSpPr>
          <p:cNvPr id="13" name="Rectangle 12">
            <a:extLst>
              <a:ext uri="{FF2B5EF4-FFF2-40B4-BE49-F238E27FC236}">
                <a16:creationId xmlns:a16="http://schemas.microsoft.com/office/drawing/2014/main" id="{3B0467DD-4354-4E8B-AEED-45045897B96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lang="en-US" sz="1100" b="1" cap="all" dirty="0">
                <a:solidFill>
                  <a:srgbClr val="03699B"/>
                </a:solidFill>
                <a:latin typeface="+mj-lt"/>
                <a:ea typeface="Helvetica Neue"/>
                <a:cs typeface="Helvetica Neue"/>
              </a:rPr>
              <a:t>05 • MULTIMETERS - INTRODUCTION</a:t>
            </a:r>
          </a:p>
        </p:txBody>
      </p:sp>
      <p:sp>
        <p:nvSpPr>
          <p:cNvPr id="2" name="Rectangle 1">
            <a:extLst>
              <a:ext uri="{FF2B5EF4-FFF2-40B4-BE49-F238E27FC236}">
                <a16:creationId xmlns:a16="http://schemas.microsoft.com/office/drawing/2014/main" id="{6A86973A-A6E3-45C8-B1B0-42DDB48DD096}"/>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Different meters</a:t>
            </a:r>
            <a:r>
              <a:rPr sz="2850" b="1">
                <a:solidFill>
                  <a:srgbClr val="0B0B0B"/>
                </a:solidFill>
                <a:latin typeface="Helvetica Neue"/>
                <a:ea typeface="Helvetica Neue"/>
                <a:cs typeface="Helvetica Neue"/>
              </a:rPr>
              <a:t>, one shared workflow.</a:t>
            </a:r>
          </a:p>
        </p:txBody>
      </p:sp>
      <p:sp>
        <p:nvSpPr>
          <p:cNvPr id="8" name="Rectangle 7">
            <a:extLst>
              <a:ext uri="{FF2B5EF4-FFF2-40B4-BE49-F238E27FC236}">
                <a16:creationId xmlns:a16="http://schemas.microsoft.com/office/drawing/2014/main" id="{DCFEA5D1-D4F8-4722-9FD7-137B42B71E0C}"/>
              </a:ext>
            </a:extLst>
          </p:cNvPr>
          <p:cNvSpPr>
            <a:spLocks noGrp="1"/>
          </p:cNvSpPr>
          <p:nvPr/>
        </p:nvSpPr>
        <p:spPr>
          <a:xfrm>
            <a:off x="400050" y="1727618"/>
            <a:ext cx="2608192" cy="267391"/>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WHAT STAYS THE SAME</a:t>
            </a:r>
          </a:p>
        </p:txBody>
      </p:sp>
      <p:sp>
        <p:nvSpPr>
          <p:cNvPr id="9" name="Rectangle 8">
            <a:extLst>
              <a:ext uri="{FF2B5EF4-FFF2-40B4-BE49-F238E27FC236}">
                <a16:creationId xmlns:a16="http://schemas.microsoft.com/office/drawing/2014/main" id="{85DA417C-81AB-4CCE-A67F-C51A9771EF1B}"/>
              </a:ext>
            </a:extLst>
          </p:cNvPr>
          <p:cNvSpPr>
            <a:spLocks noGrp="1"/>
          </p:cNvSpPr>
          <p:nvPr/>
        </p:nvSpPr>
        <p:spPr>
          <a:xfrm>
            <a:off x="400050" y="1995081"/>
            <a:ext cx="2608193" cy="2794635"/>
          </a:xfrm>
          <a:prstGeom prst="rect">
            <a:avLst/>
          </a:prstGeom>
          <a:noFill/>
          <a:ln w="0">
            <a:noFill/>
            <a:prstDash val="solid"/>
          </a:ln>
        </p:spPr>
        <p:txBody>
          <a:bodyPr wrap="square" lIns="0" tIns="0" rIns="0" bIns="0" anchor="t">
            <a:normAutofit/>
          </a:bodyPr>
          <a:lstStyle/>
          <a:p>
            <a:pPr marL="285750" indent="-28575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Black lead in COM.</a:t>
            </a:r>
          </a:p>
          <a:p>
            <a:pPr marL="285750" indent="-28575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Red lead in the voltage / resistance jack.</a:t>
            </a:r>
          </a:p>
          <a:p>
            <a:pPr marL="285750" indent="-28575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Choose the function before contact.</a:t>
            </a:r>
          </a:p>
          <a:p>
            <a:pPr marL="285750" indent="-28575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Read the display and units.</a:t>
            </a:r>
          </a:p>
          <a:p>
            <a:pPr marL="285750" indent="-28575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Remove power for resistance and continuity.</a:t>
            </a:r>
          </a:p>
        </p:txBody>
      </p:sp>
      <p:sp>
        <p:nvSpPr>
          <p:cNvPr id="15" name="Straight Connector 14">
            <a:extLst>
              <a:ext uri="{FF2B5EF4-FFF2-40B4-BE49-F238E27FC236}">
                <a16:creationId xmlns:a16="http://schemas.microsoft.com/office/drawing/2014/main" id="{23988022-AAD4-5593-F71B-1BC3F98F9528}"/>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485044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2ED2E-B370-1C6C-F832-BB820230A1EE}"/>
            </a:ext>
          </a:extLst>
        </p:cNvPr>
        <p:cNvGrpSpPr/>
        <p:nvPr/>
      </p:nvGrpSpPr>
      <p:grpSpPr>
        <a:xfrm>
          <a:off x="0" y="0"/>
          <a:ext cx="0" cy="0"/>
          <a:chOff x="0" y="0"/>
          <a:chExt cx="0" cy="0"/>
        </a:xfrm>
      </p:grpSpPr>
      <p:pic>
        <p:nvPicPr>
          <p:cNvPr id="26" name="Picture 27">
            <a:extLst>
              <a:ext uri="{FF2B5EF4-FFF2-40B4-BE49-F238E27FC236}">
                <a16:creationId xmlns:a16="http://schemas.microsoft.com/office/drawing/2014/main" id="{883289BC-AD20-38D1-F527-6A0D816B11CC}"/>
              </a:ext>
            </a:extLst>
          </p:cNvPr>
          <p:cNvPicPr>
            <a:picLocks noChangeAspect="1"/>
          </p:cNvPicPr>
          <p:nvPr/>
        </p:nvPicPr>
        <p:blipFill>
          <a:blip r:embed="rId3"/>
          <a:srcRect l="4978" t="32148" r="10615" b="25773"/>
          <a:stretch>
            <a:fillRect/>
          </a:stretch>
        </p:blipFill>
        <p:spPr>
          <a:xfrm>
            <a:off x="400050" y="1430578"/>
            <a:ext cx="11391900" cy="4259285"/>
          </a:xfrm>
          <a:prstGeom prst="rect">
            <a:avLst/>
          </a:prstGeom>
        </p:spPr>
      </p:pic>
      <p:sp>
        <p:nvSpPr>
          <p:cNvPr id="13" name="Rectangle 12">
            <a:extLst>
              <a:ext uri="{FF2B5EF4-FFF2-40B4-BE49-F238E27FC236}">
                <a16:creationId xmlns:a16="http://schemas.microsoft.com/office/drawing/2014/main" id="{28F37625-FDEE-B7DC-81B5-263F71D6D9C3}"/>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ea typeface="Helvetica Neue"/>
                <a:cs typeface="Helvetica Neue"/>
              </a:rPr>
              <a:t>05 • MULTIMETERS - INTRODUCTION</a:t>
            </a:r>
          </a:p>
        </p:txBody>
      </p:sp>
      <p:sp>
        <p:nvSpPr>
          <p:cNvPr id="2" name="Rectangle 1">
            <a:extLst>
              <a:ext uri="{FF2B5EF4-FFF2-40B4-BE49-F238E27FC236}">
                <a16:creationId xmlns:a16="http://schemas.microsoft.com/office/drawing/2014/main" id="{05FF0DBD-186A-BFDA-702A-E2D8F2432BD9}"/>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Different meters</a:t>
            </a:r>
            <a:r>
              <a:rPr sz="2850" b="1">
                <a:solidFill>
                  <a:srgbClr val="0B0B0B"/>
                </a:solidFill>
                <a:latin typeface="Helvetica Neue"/>
                <a:ea typeface="Helvetica Neue"/>
                <a:cs typeface="Helvetica Neue"/>
              </a:rPr>
              <a:t>, one shared workflow.</a:t>
            </a:r>
          </a:p>
        </p:txBody>
      </p:sp>
      <p:sp>
        <p:nvSpPr>
          <p:cNvPr id="15" name="Straight Connector 14">
            <a:extLst>
              <a:ext uri="{FF2B5EF4-FFF2-40B4-BE49-F238E27FC236}">
                <a16:creationId xmlns:a16="http://schemas.microsoft.com/office/drawing/2014/main" id="{5C1AC732-B60C-4087-0927-41A63546D9D4}"/>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grpSp>
        <p:nvGrpSpPr>
          <p:cNvPr id="11" name="Group 10">
            <a:extLst>
              <a:ext uri="{FF2B5EF4-FFF2-40B4-BE49-F238E27FC236}">
                <a16:creationId xmlns:a16="http://schemas.microsoft.com/office/drawing/2014/main" id="{3E3EA1DF-7FC4-DB50-86C8-3FC87B38B57F}"/>
              </a:ext>
            </a:extLst>
          </p:cNvPr>
          <p:cNvGrpSpPr/>
          <p:nvPr/>
        </p:nvGrpSpPr>
        <p:grpSpPr>
          <a:xfrm>
            <a:off x="775800" y="3246120"/>
            <a:ext cx="9468866" cy="718920"/>
            <a:chOff x="775800" y="3246120"/>
            <a:chExt cx="9468866" cy="718920"/>
          </a:xfrm>
        </p:grpSpPr>
        <p:sp>
          <p:nvSpPr>
            <p:cNvPr id="17" name="Oval 16">
              <a:extLst>
                <a:ext uri="{FF2B5EF4-FFF2-40B4-BE49-F238E27FC236}">
                  <a16:creationId xmlns:a16="http://schemas.microsoft.com/office/drawing/2014/main" id="{EACC092F-A5DE-4ED9-A8D2-CF61E894BE0D}"/>
                </a:ext>
              </a:extLst>
            </p:cNvPr>
            <p:cNvSpPr/>
            <p:nvPr/>
          </p:nvSpPr>
          <p:spPr>
            <a:xfrm>
              <a:off x="775800" y="3416400"/>
              <a:ext cx="548640" cy="548640"/>
            </a:xfrm>
            <a:prstGeom prst="ellipse">
              <a:avLst/>
            </a:prstGeom>
            <a:solidFill>
              <a:srgbClr val="E71224">
                <a:alpha val="5000"/>
              </a:srgb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12" name="Oval 11">
              <a:extLst>
                <a:ext uri="{FF2B5EF4-FFF2-40B4-BE49-F238E27FC236}">
                  <a16:creationId xmlns:a16="http://schemas.microsoft.com/office/drawing/2014/main" id="{76854B54-DD83-4B43-BB6E-D7C8248B8143}"/>
                </a:ext>
              </a:extLst>
            </p:cNvPr>
            <p:cNvSpPr/>
            <p:nvPr/>
          </p:nvSpPr>
          <p:spPr>
            <a:xfrm>
              <a:off x="3678120" y="3677281"/>
              <a:ext cx="365760" cy="182880"/>
            </a:xfrm>
            <a:prstGeom prst="ellipse">
              <a:avLst/>
            </a:prstGeom>
            <a:solidFill>
              <a:srgbClr val="E71224">
                <a:alpha val="5000"/>
              </a:srgb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23" name="Freeform: Shape 22">
              <a:extLst>
                <a:ext uri="{FF2B5EF4-FFF2-40B4-BE49-F238E27FC236}">
                  <a16:creationId xmlns:a16="http://schemas.microsoft.com/office/drawing/2014/main" id="{F03398A2-F1FD-4EE0-A2F2-1B4C3CDCF433}"/>
                </a:ext>
              </a:extLst>
            </p:cNvPr>
            <p:cNvSpPr/>
            <p:nvPr/>
          </p:nvSpPr>
          <p:spPr>
            <a:xfrm>
              <a:off x="6889319" y="3420720"/>
              <a:ext cx="365760" cy="294788"/>
            </a:xfrm>
            <a:custGeom>
              <a:avLst/>
              <a:gdLst>
                <a:gd name="csX0" fmla="*/ 277560 w 334440"/>
                <a:gd name="csY0" fmla="*/ 308880 h 308880"/>
                <a:gd name="csX1" fmla="*/ 334440 w 334440"/>
                <a:gd name="csY1" fmla="*/ 0 h 308880"/>
                <a:gd name="csX2" fmla="*/ 0 w 334440"/>
                <a:gd name="csY2" fmla="*/ 0 h 308880"/>
                <a:gd name="csX3" fmla="*/ 114120 w 334440"/>
                <a:gd name="csY3" fmla="*/ 308880 h 308880"/>
              </a:gdLst>
              <a:ahLst/>
              <a:cxnLst>
                <a:cxn ang="0">
                  <a:pos x="csX0" y="csY0"/>
                </a:cxn>
                <a:cxn ang="0">
                  <a:pos x="csX1" y="csY1"/>
                </a:cxn>
                <a:cxn ang="0">
                  <a:pos x="csX2" y="csY2"/>
                </a:cxn>
                <a:cxn ang="0">
                  <a:pos x="csX3" y="csY3"/>
                </a:cxn>
              </a:cxnLst>
              <a:rect l="0" t="0" r="0" b="0"/>
              <a:pathLst>
                <a:path w="334440" h="308880">
                  <a:moveTo>
                    <a:pt x="277560" y="308880"/>
                  </a:moveTo>
                  <a:lnTo>
                    <a:pt x="334440" y="0"/>
                  </a:lnTo>
                  <a:lnTo>
                    <a:pt x="0" y="0"/>
                  </a:lnTo>
                  <a:lnTo>
                    <a:pt x="114120" y="308880"/>
                  </a:lnTo>
                  <a:close/>
                </a:path>
              </a:pathLst>
            </a:custGeom>
            <a:solidFill>
              <a:srgbClr val="E71224">
                <a:alpha val="5000"/>
              </a:srgb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30" name="Oval 29">
              <a:extLst>
                <a:ext uri="{FF2B5EF4-FFF2-40B4-BE49-F238E27FC236}">
                  <a16:creationId xmlns:a16="http://schemas.microsoft.com/office/drawing/2014/main" id="{5B31A7D8-EAE4-4C10-BF1C-61F4D6157625}"/>
                </a:ext>
              </a:extLst>
            </p:cNvPr>
            <p:cNvSpPr/>
            <p:nvPr/>
          </p:nvSpPr>
          <p:spPr>
            <a:xfrm>
              <a:off x="9791639" y="3246120"/>
              <a:ext cx="453027" cy="469388"/>
            </a:xfrm>
            <a:prstGeom prst="ellipse">
              <a:avLst/>
            </a:prstGeom>
            <a:solidFill>
              <a:srgbClr val="E71224">
                <a:alpha val="5000"/>
              </a:srgb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grpSp>
      <p:grpSp>
        <p:nvGrpSpPr>
          <p:cNvPr id="14" name="Group 13">
            <a:extLst>
              <a:ext uri="{FF2B5EF4-FFF2-40B4-BE49-F238E27FC236}">
                <a16:creationId xmlns:a16="http://schemas.microsoft.com/office/drawing/2014/main" id="{849F3D33-7B56-1312-D32C-B23077C5D504}"/>
              </a:ext>
            </a:extLst>
          </p:cNvPr>
          <p:cNvGrpSpPr/>
          <p:nvPr/>
        </p:nvGrpSpPr>
        <p:grpSpPr>
          <a:xfrm>
            <a:off x="1466292" y="3109585"/>
            <a:ext cx="8864832" cy="605923"/>
            <a:chOff x="628092" y="3214464"/>
            <a:chExt cx="8864832" cy="605923"/>
          </a:xfrm>
        </p:grpSpPr>
        <p:sp>
          <p:nvSpPr>
            <p:cNvPr id="16" name="Oval 15">
              <a:extLst>
                <a:ext uri="{FF2B5EF4-FFF2-40B4-BE49-F238E27FC236}">
                  <a16:creationId xmlns:a16="http://schemas.microsoft.com/office/drawing/2014/main" id="{6CCFA00C-CE2B-9714-8807-11A5B5F723E0}"/>
                </a:ext>
              </a:extLst>
            </p:cNvPr>
            <p:cNvSpPr/>
            <p:nvPr/>
          </p:nvSpPr>
          <p:spPr>
            <a:xfrm>
              <a:off x="628092" y="3292463"/>
              <a:ext cx="394584" cy="384605"/>
            </a:xfrm>
            <a:prstGeom prst="ellipse">
              <a:avLst/>
            </a:prstGeom>
            <a:solidFill>
              <a:srgbClr val="E71224">
                <a:alpha val="5000"/>
              </a:srgbClr>
            </a:solid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18" name="Oval 17">
              <a:extLst>
                <a:ext uri="{FF2B5EF4-FFF2-40B4-BE49-F238E27FC236}">
                  <a16:creationId xmlns:a16="http://schemas.microsoft.com/office/drawing/2014/main" id="{0E2B98E7-6E4D-77C3-1633-87215524D90F}"/>
                </a:ext>
              </a:extLst>
            </p:cNvPr>
            <p:cNvSpPr/>
            <p:nvPr/>
          </p:nvSpPr>
          <p:spPr>
            <a:xfrm>
              <a:off x="3092114" y="3442438"/>
              <a:ext cx="298785" cy="273069"/>
            </a:xfrm>
            <a:prstGeom prst="ellipse">
              <a:avLst/>
            </a:prstGeom>
            <a:solidFill>
              <a:srgbClr val="E71224">
                <a:alpha val="5000"/>
              </a:srgbClr>
            </a:solid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19" name="Freeform: Shape 22">
              <a:extLst>
                <a:ext uri="{FF2B5EF4-FFF2-40B4-BE49-F238E27FC236}">
                  <a16:creationId xmlns:a16="http://schemas.microsoft.com/office/drawing/2014/main" id="{CCE6EED2-8052-F900-F80C-FEF45841760F}"/>
                </a:ext>
              </a:extLst>
            </p:cNvPr>
            <p:cNvSpPr/>
            <p:nvPr/>
          </p:nvSpPr>
          <p:spPr>
            <a:xfrm>
              <a:off x="6472635" y="3494881"/>
              <a:ext cx="350740" cy="325506"/>
            </a:xfrm>
            <a:custGeom>
              <a:avLst/>
              <a:gdLst>
                <a:gd name="csX0" fmla="*/ 277560 w 334440"/>
                <a:gd name="csY0" fmla="*/ 308880 h 308880"/>
                <a:gd name="csX1" fmla="*/ 334440 w 334440"/>
                <a:gd name="csY1" fmla="*/ 0 h 308880"/>
                <a:gd name="csX2" fmla="*/ 0 w 334440"/>
                <a:gd name="csY2" fmla="*/ 0 h 308880"/>
                <a:gd name="csX3" fmla="*/ 114120 w 334440"/>
                <a:gd name="csY3" fmla="*/ 308880 h 308880"/>
              </a:gdLst>
              <a:ahLst/>
              <a:cxnLst>
                <a:cxn ang="0">
                  <a:pos x="csX0" y="csY0"/>
                </a:cxn>
                <a:cxn ang="0">
                  <a:pos x="csX1" y="csY1"/>
                </a:cxn>
                <a:cxn ang="0">
                  <a:pos x="csX2" y="csY2"/>
                </a:cxn>
                <a:cxn ang="0">
                  <a:pos x="csX3" y="csY3"/>
                </a:cxn>
              </a:cxnLst>
              <a:rect l="0" t="0" r="0" b="0"/>
              <a:pathLst>
                <a:path w="334440" h="308880">
                  <a:moveTo>
                    <a:pt x="277560" y="308880"/>
                  </a:moveTo>
                  <a:lnTo>
                    <a:pt x="334440" y="0"/>
                  </a:lnTo>
                  <a:lnTo>
                    <a:pt x="0" y="0"/>
                  </a:lnTo>
                  <a:lnTo>
                    <a:pt x="114120" y="308880"/>
                  </a:lnTo>
                  <a:close/>
                </a:path>
              </a:pathLst>
            </a:custGeom>
            <a:solidFill>
              <a:srgbClr val="E71224">
                <a:alpha val="5000"/>
              </a:srgbClr>
            </a:solid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sp>
          <p:nvSpPr>
            <p:cNvPr id="20" name="Oval 19">
              <a:extLst>
                <a:ext uri="{FF2B5EF4-FFF2-40B4-BE49-F238E27FC236}">
                  <a16:creationId xmlns:a16="http://schemas.microsoft.com/office/drawing/2014/main" id="{C460B111-0C9C-4FCE-B8F8-19450A39CD98}"/>
                </a:ext>
              </a:extLst>
            </p:cNvPr>
            <p:cNvSpPr/>
            <p:nvPr/>
          </p:nvSpPr>
          <p:spPr>
            <a:xfrm>
              <a:off x="9224596" y="3214464"/>
              <a:ext cx="268328" cy="273070"/>
            </a:xfrm>
            <a:prstGeom prst="ellipse">
              <a:avLst/>
            </a:prstGeom>
            <a:solidFill>
              <a:srgbClr val="E71224">
                <a:alpha val="5000"/>
              </a:srgbClr>
            </a:solid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E71224"/>
                </a:solidFill>
              </a:endParaRPr>
            </a:p>
          </p:txBody>
        </p:sp>
      </p:grpSp>
    </p:spTree>
    <p:extLst>
      <p:ext uri="{BB962C8B-B14F-4D97-AF65-F5344CB8AC3E}">
        <p14:creationId xmlns:p14="http://schemas.microsoft.com/office/powerpoint/2010/main" val="2100836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0467DD-4354-4E8B-AEED-45045897B96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ea typeface="Helvetica Neue"/>
                <a:cs typeface="Helvetica Neue"/>
              </a:rPr>
              <a:t>05 • MULTIMETERS - ABOUT THE DIAL</a:t>
            </a:r>
          </a:p>
        </p:txBody>
      </p:sp>
      <p:sp>
        <p:nvSpPr>
          <p:cNvPr id="2" name="Rectangle 1">
            <a:extLst>
              <a:ext uri="{FF2B5EF4-FFF2-40B4-BE49-F238E27FC236}">
                <a16:creationId xmlns:a16="http://schemas.microsoft.com/office/drawing/2014/main" id="{6A86973A-A6E3-45C8-B1B0-42DDB48DD096}"/>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Most </a:t>
            </a:r>
            <a:r>
              <a:rPr lang="en-US" sz="2850" b="1">
                <a:solidFill>
                  <a:srgbClr val="0B0B0B"/>
                </a:solidFill>
                <a:latin typeface="Helvetica Neue"/>
                <a:ea typeface="Helvetica Neue"/>
                <a:cs typeface="Helvetica Neue"/>
              </a:rPr>
              <a:t>general troubleshooting </a:t>
            </a:r>
            <a:r>
              <a:rPr sz="2850" b="1">
                <a:solidFill>
                  <a:srgbClr val="0B0B0B"/>
                </a:solidFill>
                <a:latin typeface="Helvetica Neue"/>
                <a:ea typeface="Helvetica Neue"/>
                <a:cs typeface="Helvetica Neue"/>
              </a:rPr>
              <a:t>uses four dial positions.</a:t>
            </a:r>
          </a:p>
        </p:txBody>
      </p:sp>
      <p:sp>
        <p:nvSpPr>
          <p:cNvPr id="7" name="Rectangle 6">
            <a:extLst>
              <a:ext uri="{FF2B5EF4-FFF2-40B4-BE49-F238E27FC236}">
                <a16:creationId xmlns:a16="http://schemas.microsoft.com/office/drawing/2014/main" id="{5291987A-06B2-4B2B-A9BD-3CADF48C3E34}"/>
              </a:ext>
            </a:extLst>
          </p:cNvPr>
          <p:cNvSpPr>
            <a:spLocks noGrp="1"/>
          </p:cNvSpPr>
          <p:nvPr/>
        </p:nvSpPr>
        <p:spPr>
          <a:xfrm>
            <a:off x="583679" y="6187644"/>
            <a:ext cx="4135593" cy="188441"/>
          </a:xfrm>
          <a:prstGeom prst="rect">
            <a:avLst/>
          </a:prstGeom>
          <a:noFill/>
          <a:ln w="0">
            <a:noFill/>
            <a:prstDash val="solid"/>
          </a:ln>
        </p:spPr>
        <p:txBody>
          <a:bodyPr wrap="square" lIns="0" tIns="0" rIns="0" bIns="0" anchor="t">
            <a:noAutofit/>
          </a:bodyPr>
          <a:lstStyle/>
          <a:p>
            <a:pPr algn="ctr">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Confirm leads before selecting a mode</a:t>
            </a:r>
          </a:p>
        </p:txBody>
      </p:sp>
      <p:sp>
        <p:nvSpPr>
          <p:cNvPr id="8" name="Rectangle 7">
            <a:extLst>
              <a:ext uri="{FF2B5EF4-FFF2-40B4-BE49-F238E27FC236}">
                <a16:creationId xmlns:a16="http://schemas.microsoft.com/office/drawing/2014/main" id="{DCFEA5D1-D4F8-4722-9FD7-137B42B71E0C}"/>
              </a:ext>
            </a:extLst>
          </p:cNvPr>
          <p:cNvSpPr>
            <a:spLocks noGrp="1"/>
          </p:cNvSpPr>
          <p:nvPr/>
        </p:nvSpPr>
        <p:spPr>
          <a:xfrm>
            <a:off x="464128" y="1448927"/>
            <a:ext cx="260091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THE MODES WE NEED</a:t>
            </a:r>
          </a:p>
        </p:txBody>
      </p:sp>
      <p:sp>
        <p:nvSpPr>
          <p:cNvPr id="9" name="Rectangle 8">
            <a:extLst>
              <a:ext uri="{FF2B5EF4-FFF2-40B4-BE49-F238E27FC236}">
                <a16:creationId xmlns:a16="http://schemas.microsoft.com/office/drawing/2014/main" id="{85DA417C-81AB-4CCE-A67F-C51A9771EF1B}"/>
              </a:ext>
            </a:extLst>
          </p:cNvPr>
          <p:cNvSpPr>
            <a:spLocks noGrp="1"/>
          </p:cNvSpPr>
          <p:nvPr/>
        </p:nvSpPr>
        <p:spPr>
          <a:xfrm>
            <a:off x="533768" y="1847661"/>
            <a:ext cx="5049692" cy="2857500"/>
          </a:xfrm>
          <a:prstGeom prst="rect">
            <a:avLst/>
          </a:prstGeom>
          <a:noFill/>
          <a:ln w="0">
            <a:noFill/>
            <a:prstDash val="solid"/>
          </a:ln>
        </p:spPr>
        <p:txBody>
          <a:bodyPr wrap="square" lIns="0" tIns="0" rIns="0" bIns="0" anchor="t">
            <a:normAutofit fontScale="93985"/>
          </a:bodyPr>
          <a:lstStyle/>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V: AC or DC voltage; press FUNC and check the display.</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err="1">
                <a:solidFill>
                  <a:srgbClr val="0B0B0B"/>
                </a:solidFill>
                <a:latin typeface="Helvetica Neue"/>
                <a:ea typeface="Helvetica Neue"/>
                <a:cs typeface="Helvetica Neue"/>
              </a:rPr>
              <a:t>Ω</a:t>
            </a:r>
            <a:r>
              <a:rPr sz="1425" b="0">
                <a:solidFill>
                  <a:srgbClr val="0B0B0B"/>
                </a:solidFill>
                <a:latin typeface="Helvetica Neue"/>
                <a:ea typeface="Helvetica Neue"/>
                <a:cs typeface="Helvetica Neue"/>
              </a:rPr>
              <a:t>: resistance on a de-energized circuit.</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Continuity: same dial area; press FUNC for the audible check.</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Battery presets: only 1.5 V, 9 V, and 12 V batteries.</a:t>
            </a:r>
            <a:endParaRPr lang="en-US" sz="1425" b="0">
              <a:solidFill>
                <a:srgbClr val="0B0B0B"/>
              </a:solidFill>
              <a:latin typeface="Helvetica Neue"/>
              <a:ea typeface="Helvetica Neue"/>
              <a:cs typeface="Helvetica Neue"/>
            </a:endParaRPr>
          </a:p>
          <a:p>
            <a:pPr algn="l">
              <a:buNone/>
              <a:defRPr sz="1425" b="0">
                <a:solidFill>
                  <a:srgbClr val="0B0B0B"/>
                </a:solidFill>
                <a:latin typeface="Helvetica Neue"/>
                <a:ea typeface="Helvetica Neue"/>
                <a:cs typeface="Helvetica Neue"/>
              </a:defRPr>
            </a:pPr>
            <a:endParaRPr sz="1425" b="0">
              <a:solidFill>
                <a:srgbClr val="0B0B0B"/>
              </a:solidFill>
              <a:latin typeface="Helvetica Neue"/>
              <a:ea typeface="Helvetica Neue"/>
              <a:cs typeface="Helvetica Neue"/>
            </a:endParaRPr>
          </a:p>
          <a:p>
            <a:pPr algn="l">
              <a:buNone/>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Use DC volts when the battery does not match a preset.</a:t>
            </a:r>
          </a:p>
        </p:txBody>
      </p:sp>
      <p:sp>
        <p:nvSpPr>
          <p:cNvPr id="15" name="Straight Connector 14">
            <a:extLst>
              <a:ext uri="{FF2B5EF4-FFF2-40B4-BE49-F238E27FC236}">
                <a16:creationId xmlns:a16="http://schemas.microsoft.com/office/drawing/2014/main" id="{23988022-AAD4-5593-F71B-1BC3F98F9528}"/>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pic>
        <p:nvPicPr>
          <p:cNvPr id="25" name="Picture 26"/>
          <p:cNvPicPr>
            <a:picLocks noChangeAspect="1"/>
          </p:cNvPicPr>
          <p:nvPr/>
        </p:nvPicPr>
        <p:blipFill>
          <a:blip r:embed="rId3"/>
          <a:srcRect l="20206" t="76729" r="7960"/>
          <a:stretch>
            <a:fillRect/>
          </a:stretch>
        </p:blipFill>
        <p:spPr>
          <a:xfrm>
            <a:off x="583680" y="3816300"/>
            <a:ext cx="4135594" cy="2250816"/>
          </a:xfrm>
          <a:prstGeom prst="rect">
            <a:avLst/>
          </a:prstGeom>
        </p:spPr>
      </p:pic>
      <p:pic>
        <p:nvPicPr>
          <p:cNvPr id="26" name="Picture 27"/>
          <p:cNvPicPr>
            <a:picLocks noChangeAspect="1"/>
          </p:cNvPicPr>
          <p:nvPr/>
        </p:nvPicPr>
        <p:blipFill>
          <a:blip r:embed="rId4"/>
          <a:srcRect l="22399" t="26577" b="18633"/>
          <a:stretch>
            <a:fillRect/>
          </a:stretch>
        </p:blipFill>
        <p:spPr>
          <a:xfrm>
            <a:off x="6010507" y="1510524"/>
            <a:ext cx="5347144" cy="5213655"/>
          </a:xfrm>
          <a:prstGeom prst="rect">
            <a:avLst/>
          </a:prstGeom>
        </p:spPr>
      </p:pic>
      <p:sp>
        <p:nvSpPr>
          <p:cNvPr id="18" name="Oval 17">
            <a:extLst>
              <a:ext uri="{FF2B5EF4-FFF2-40B4-BE49-F238E27FC236}">
                <a16:creationId xmlns:a16="http://schemas.microsoft.com/office/drawing/2014/main" id="{C657A52A-E572-1927-D646-56953D51E335}"/>
              </a:ext>
            </a:extLst>
          </p:cNvPr>
          <p:cNvSpPr/>
          <p:nvPr/>
        </p:nvSpPr>
        <p:spPr>
          <a:xfrm>
            <a:off x="7939955" y="2731948"/>
            <a:ext cx="1797169" cy="1209857"/>
          </a:xfrm>
          <a:prstGeom prst="ellipse">
            <a:avLst/>
          </a:prstGeom>
          <a:noFill/>
          <a:ln w="50800">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22" name="Group 21">
            <a:extLst>
              <a:ext uri="{FF2B5EF4-FFF2-40B4-BE49-F238E27FC236}">
                <a16:creationId xmlns:a16="http://schemas.microsoft.com/office/drawing/2014/main" id="{179F441F-0015-77EE-3483-F96BA15349F7}"/>
              </a:ext>
            </a:extLst>
          </p:cNvPr>
          <p:cNvGrpSpPr/>
          <p:nvPr/>
        </p:nvGrpSpPr>
        <p:grpSpPr>
          <a:xfrm>
            <a:off x="6462210" y="1859622"/>
            <a:ext cx="1050698" cy="2845539"/>
            <a:chOff x="6462210" y="1859622"/>
            <a:chExt cx="1050698" cy="2845539"/>
          </a:xfrm>
        </p:grpSpPr>
        <p:sp>
          <p:nvSpPr>
            <p:cNvPr id="19" name="Oval 18">
              <a:extLst>
                <a:ext uri="{FF2B5EF4-FFF2-40B4-BE49-F238E27FC236}">
                  <a16:creationId xmlns:a16="http://schemas.microsoft.com/office/drawing/2014/main" id="{2B43C36A-14CD-D07F-B31C-9913399DC0DE}"/>
                </a:ext>
              </a:extLst>
            </p:cNvPr>
            <p:cNvSpPr/>
            <p:nvPr/>
          </p:nvSpPr>
          <p:spPr>
            <a:xfrm>
              <a:off x="6486924" y="4083838"/>
              <a:ext cx="867508" cy="621323"/>
            </a:xfrm>
            <a:prstGeom prst="ellipse">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1A573260-19E0-C5E1-3E84-7F1EFC9950AB}"/>
                </a:ext>
              </a:extLst>
            </p:cNvPr>
            <p:cNvSpPr/>
            <p:nvPr/>
          </p:nvSpPr>
          <p:spPr>
            <a:xfrm>
              <a:off x="6462210" y="1859622"/>
              <a:ext cx="1050698" cy="1209857"/>
            </a:xfrm>
            <a:prstGeom prst="ellipse">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23" name="Oval 22">
            <a:extLst>
              <a:ext uri="{FF2B5EF4-FFF2-40B4-BE49-F238E27FC236}">
                <a16:creationId xmlns:a16="http://schemas.microsoft.com/office/drawing/2014/main" id="{8068551D-1864-5F26-C8EB-7A673F12CF57}"/>
              </a:ext>
            </a:extLst>
          </p:cNvPr>
          <p:cNvSpPr/>
          <p:nvPr/>
        </p:nvSpPr>
        <p:spPr>
          <a:xfrm>
            <a:off x="7101966" y="3201667"/>
            <a:ext cx="867508" cy="621323"/>
          </a:xfrm>
          <a:prstGeom prst="ellipse">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Oval 23">
            <a:extLst>
              <a:ext uri="{FF2B5EF4-FFF2-40B4-BE49-F238E27FC236}">
                <a16:creationId xmlns:a16="http://schemas.microsoft.com/office/drawing/2014/main" id="{977C9F40-8E36-CB7B-51F8-3B863E340F07}"/>
              </a:ext>
            </a:extLst>
          </p:cNvPr>
          <p:cNvSpPr/>
          <p:nvPr/>
        </p:nvSpPr>
        <p:spPr>
          <a:xfrm>
            <a:off x="7564394" y="2989309"/>
            <a:ext cx="867508" cy="621323"/>
          </a:xfrm>
          <a:prstGeom prst="ellipse">
            <a:avLst/>
          </a:prstGeom>
          <a:noFill/>
          <a:ln w="508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2111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7" presetID="3" presetClass="emph" presetSubtype="2" fill="hold" nodeType="withEffect">
                                  <p:stCondLst>
                                    <p:cond delay="0"/>
                                  </p:stCondLst>
                                  <p:iterate type="lt">
                                    <p:tmPct val="0"/>
                                  </p:iterate>
                                  <p:childTnLst>
                                    <p:animClr clrSpc="rgb" dir="cw">
                                      <p:cBhvr override="childStyle">
                                        <p:cTn id="8" dur="1000" fill="hold"/>
                                        <p:tgtEl>
                                          <p:spTgt spid="9">
                                            <p:txEl>
                                              <p:pRg st="0" end="0"/>
                                            </p:txEl>
                                          </p:spTgt>
                                        </p:tgtEl>
                                        <p:attrNameLst>
                                          <p:attrName>style.color</p:attrName>
                                        </p:attrNameLst>
                                      </p:cBhvr>
                                      <p:to>
                                        <a:srgbClr val="FF2600"/>
                                      </p:to>
                                    </p:animClr>
                                  </p:childTnLst>
                                  <p:subTnLst>
                                    <p:animClr clrSpc="rgb" dir="cw">
                                      <p:cBhvr override="childStyle">
                                        <p:cTn dur="1" fill="hold" display="0" masterRel="nextClick" afterEffect="1"/>
                                        <p:tgtEl>
                                          <p:spTgt spid="9">
                                            <p:txEl>
                                              <p:pRg st="0" end="0"/>
                                            </p:txEl>
                                          </p:spTgt>
                                        </p:tgtEl>
                                        <p:attrNameLst>
                                          <p:attrName>ppt_c</p:attrName>
                                        </p:attrNameLst>
                                      </p:cBhvr>
                                      <p:to>
                                        <a:schemeClr val="tx1"/>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par>
                                <p:cTn id="13" presetID="3" presetClass="emph" presetSubtype="2" fill="hold" nodeType="withEffect">
                                  <p:stCondLst>
                                    <p:cond delay="0"/>
                                  </p:stCondLst>
                                  <p:childTnLst>
                                    <p:animClr clrSpc="rgb" dir="cw">
                                      <p:cBhvr override="childStyle">
                                        <p:cTn id="14" dur="1000" fill="hold"/>
                                        <p:tgtEl>
                                          <p:spTgt spid="9">
                                            <p:txEl>
                                              <p:pRg st="1" end="1"/>
                                            </p:txEl>
                                          </p:spTgt>
                                        </p:tgtEl>
                                        <p:attrNameLst>
                                          <p:attrName>style.color</p:attrName>
                                        </p:attrNameLst>
                                      </p:cBhvr>
                                      <p:to>
                                        <a:srgbClr val="FF2600"/>
                                      </p:to>
                                    </p:animClr>
                                  </p:childTnLst>
                                  <p:subTnLst>
                                    <p:animClr clrSpc="rgb" dir="cw">
                                      <p:cBhvr override="childStyle">
                                        <p:cTn dur="1" fill="hold" display="0" masterRel="nextClick" afterEffect="1"/>
                                        <p:tgtEl>
                                          <p:spTgt spid="9">
                                            <p:txEl>
                                              <p:pRg st="1" end="1"/>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19" presetID="3" presetClass="emph" presetSubtype="2" fill="hold" nodeType="withEffect">
                                  <p:stCondLst>
                                    <p:cond delay="0"/>
                                  </p:stCondLst>
                                  <p:childTnLst>
                                    <p:animClr clrSpc="rgb" dir="cw">
                                      <p:cBhvr override="childStyle">
                                        <p:cTn id="20" dur="1000" fill="hold"/>
                                        <p:tgtEl>
                                          <p:spTgt spid="9">
                                            <p:txEl>
                                              <p:pRg st="2" end="2"/>
                                            </p:txEl>
                                          </p:spTgt>
                                        </p:tgtEl>
                                        <p:attrNameLst>
                                          <p:attrName>style.color</p:attrName>
                                        </p:attrNameLst>
                                      </p:cBhvr>
                                      <p:to>
                                        <a:srgbClr val="FF2600"/>
                                      </p:to>
                                    </p:animClr>
                                  </p:childTnLst>
                                  <p:subTnLst>
                                    <p:animClr clrSpc="rgb" dir="cw">
                                      <p:cBhvr override="childStyle">
                                        <p:cTn dur="1" fill="hold" display="0" masterRel="nextClick" afterEffect="1"/>
                                        <p:tgtEl>
                                          <p:spTgt spid="9">
                                            <p:txEl>
                                              <p:pRg st="2" end="2"/>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5EDC942-E145-4EB1-B40C-4FBED9CA8D1B}"/>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ea typeface="Helvetica Neue"/>
                <a:cs typeface="Helvetica Neue"/>
              </a:rPr>
              <a:t>05 • MULTIMETERS - SAFETY &amp; USE</a:t>
            </a:r>
          </a:p>
        </p:txBody>
      </p:sp>
      <p:sp>
        <p:nvSpPr>
          <p:cNvPr id="2" name="Rectangle 1">
            <a:extLst>
              <a:ext uri="{FF2B5EF4-FFF2-40B4-BE49-F238E27FC236}">
                <a16:creationId xmlns:a16="http://schemas.microsoft.com/office/drawing/2014/main" id="{1E1F722C-0ECE-40E3-AA17-5C96B9501B84}"/>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Battery presets only work when the labels match.</a:t>
            </a:r>
          </a:p>
        </p:txBody>
      </p:sp>
      <p:sp>
        <p:nvSpPr>
          <p:cNvPr id="6" name="Rectangle 5">
            <a:extLst>
              <a:ext uri="{FF2B5EF4-FFF2-40B4-BE49-F238E27FC236}">
                <a16:creationId xmlns:a16="http://schemas.microsoft.com/office/drawing/2014/main" id="{A99AF478-5A8B-4B23-8428-A059B7D3B096}"/>
              </a:ext>
            </a:extLst>
          </p:cNvPr>
          <p:cNvSpPr>
            <a:spLocks noGrp="1"/>
          </p:cNvSpPr>
          <p:nvPr/>
        </p:nvSpPr>
        <p:spPr>
          <a:xfrm>
            <a:off x="400050" y="2000250"/>
            <a:ext cx="400050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CHOOSE THE TEST BY BATTERY TYPE</a:t>
            </a:r>
          </a:p>
        </p:txBody>
      </p:sp>
      <p:sp>
        <p:nvSpPr>
          <p:cNvPr id="7" name="Rectangle 6">
            <a:extLst>
              <a:ext uri="{FF2B5EF4-FFF2-40B4-BE49-F238E27FC236}">
                <a16:creationId xmlns:a16="http://schemas.microsoft.com/office/drawing/2014/main" id="{49AE84AF-4B67-42D3-83D3-FB814E4D53DA}"/>
              </a:ext>
            </a:extLst>
          </p:cNvPr>
          <p:cNvSpPr>
            <a:spLocks noGrp="1"/>
          </p:cNvSpPr>
          <p:nvPr/>
        </p:nvSpPr>
        <p:spPr>
          <a:xfrm>
            <a:off x="400050" y="2324100"/>
            <a:ext cx="4953000" cy="666750"/>
          </a:xfrm>
          <a:prstGeom prst="rect">
            <a:avLst/>
          </a:prstGeom>
          <a:noFill/>
          <a:ln w="0">
            <a:noFill/>
            <a:prstDash val="solid"/>
          </a:ln>
        </p:spPr>
        <p:txBody>
          <a:bodyPr wrap="square" lIns="0" tIns="0" rIns="0" bIns="0" anchor="t">
            <a:normAutofit fontScale="89330" lnSpcReduction="20000"/>
          </a:bodyPr>
          <a:lstStyle/>
          <a:p>
            <a:pPr algn="l">
              <a:buNone/>
              <a:defRPr sz="1875" b="1">
                <a:solidFill>
                  <a:srgbClr val="0B0B0B"/>
                </a:solidFill>
                <a:latin typeface="Helvetica Neue"/>
                <a:ea typeface="Helvetica Neue"/>
                <a:cs typeface="Helvetica Neue"/>
              </a:defRPr>
            </a:pPr>
            <a:r>
              <a:rPr sz="1875" b="1">
                <a:solidFill>
                  <a:srgbClr val="0B0B0B"/>
                </a:solidFill>
                <a:latin typeface="Helvetica Neue"/>
                <a:ea typeface="Helvetica Neue"/>
                <a:cs typeface="Helvetica Neue"/>
              </a:rPr>
              <a:t>A preset applies a built-in load. Use DC volts for any battery or pack that does not match 1.5 V, 9 V, or 12 V.</a:t>
            </a:r>
          </a:p>
        </p:txBody>
      </p:sp>
      <p:sp>
        <p:nvSpPr>
          <p:cNvPr id="8" name="Rectangle 7">
            <a:extLst>
              <a:ext uri="{FF2B5EF4-FFF2-40B4-BE49-F238E27FC236}">
                <a16:creationId xmlns:a16="http://schemas.microsoft.com/office/drawing/2014/main" id="{6015AE3F-59ED-4FDB-B403-F532E33A5D4C}"/>
              </a:ext>
            </a:extLst>
          </p:cNvPr>
          <p:cNvSpPr>
            <a:spLocks noGrp="1"/>
          </p:cNvSpPr>
          <p:nvPr/>
        </p:nvSpPr>
        <p:spPr>
          <a:xfrm>
            <a:off x="400050" y="3238500"/>
            <a:ext cx="1428750" cy="495300"/>
          </a:xfrm>
          <a:prstGeom prst="rect">
            <a:avLst/>
          </a:prstGeom>
          <a:solidFill>
            <a:srgbClr val="EEF9F4"/>
          </a:solidFill>
          <a:ln w="9525">
            <a:solidFill>
              <a:srgbClr val="3AA675"/>
            </a:solidFill>
            <a:prstDash val="solid"/>
          </a:ln>
        </p:spPr>
        <p:txBody>
          <a:bodyPr wrap="square" lIns="95250" tIns="95250" rIns="95250" bIns="95250" anchor="t">
            <a:normAutofit/>
          </a:bodyPr>
          <a:lstStyle/>
          <a:p>
            <a:pPr algn="ctr">
              <a:buNone/>
              <a:defRPr sz="1650" b="1">
                <a:solidFill>
                  <a:srgbClr val="3AA675"/>
                </a:solidFill>
                <a:latin typeface="Helvetica Neue"/>
                <a:ea typeface="Helvetica Neue"/>
                <a:cs typeface="Helvetica Neue"/>
              </a:defRPr>
            </a:pPr>
            <a:r>
              <a:rPr sz="1650" b="1">
                <a:solidFill>
                  <a:srgbClr val="3AA675"/>
                </a:solidFill>
                <a:latin typeface="Helvetica Neue"/>
                <a:ea typeface="Helvetica Neue"/>
                <a:cs typeface="Helvetica Neue"/>
              </a:rPr>
              <a:t>1.5 V</a:t>
            </a:r>
          </a:p>
        </p:txBody>
      </p:sp>
      <p:sp>
        <p:nvSpPr>
          <p:cNvPr id="9" name="Rectangle 8">
            <a:extLst>
              <a:ext uri="{FF2B5EF4-FFF2-40B4-BE49-F238E27FC236}">
                <a16:creationId xmlns:a16="http://schemas.microsoft.com/office/drawing/2014/main" id="{FEE6D3DB-9631-43B3-9803-423036271008}"/>
              </a:ext>
            </a:extLst>
          </p:cNvPr>
          <p:cNvSpPr>
            <a:spLocks noGrp="1"/>
          </p:cNvSpPr>
          <p:nvPr/>
        </p:nvSpPr>
        <p:spPr>
          <a:xfrm>
            <a:off x="2095500" y="3343275"/>
            <a:ext cx="4476750" cy="266700"/>
          </a:xfrm>
          <a:prstGeom prst="rect">
            <a:avLst/>
          </a:prstGeom>
          <a:noFill/>
          <a:ln w="0">
            <a:noFill/>
            <a:prstDash val="solid"/>
          </a:ln>
        </p:spPr>
        <p:txBody>
          <a:bodyPr wrap="square" lIns="0" tIns="0" rIns="0" bIns="0" anchor="t">
            <a:noAutofit/>
          </a:bodyPr>
          <a:lstStyle/>
          <a:p>
            <a:pPr algn="l">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AA / AAA cell → use the 1.5 V preset</a:t>
            </a:r>
          </a:p>
        </p:txBody>
      </p:sp>
      <p:sp>
        <p:nvSpPr>
          <p:cNvPr id="10" name="Rectangle 9">
            <a:extLst>
              <a:ext uri="{FF2B5EF4-FFF2-40B4-BE49-F238E27FC236}">
                <a16:creationId xmlns:a16="http://schemas.microsoft.com/office/drawing/2014/main" id="{A4BA1B5D-AFC6-4E6C-A094-4B300E8FED29}"/>
              </a:ext>
            </a:extLst>
          </p:cNvPr>
          <p:cNvSpPr>
            <a:spLocks noGrp="1"/>
          </p:cNvSpPr>
          <p:nvPr/>
        </p:nvSpPr>
        <p:spPr>
          <a:xfrm>
            <a:off x="400050" y="3924300"/>
            <a:ext cx="1428750" cy="495300"/>
          </a:xfrm>
          <a:prstGeom prst="rect">
            <a:avLst/>
          </a:prstGeom>
          <a:solidFill>
            <a:srgbClr val="FFF9E8"/>
          </a:solidFill>
          <a:ln w="9525">
            <a:solidFill>
              <a:srgbClr val="F4B942"/>
            </a:solidFill>
            <a:prstDash val="solid"/>
          </a:ln>
        </p:spPr>
        <p:txBody>
          <a:bodyPr wrap="square" lIns="95250" tIns="95250" rIns="95250" bIns="95250" anchor="t">
            <a:normAutofit/>
          </a:bodyPr>
          <a:lstStyle/>
          <a:p>
            <a:pPr algn="ctr">
              <a:buNone/>
              <a:defRPr sz="1650" b="1">
                <a:solidFill>
                  <a:srgbClr val="F4B942"/>
                </a:solidFill>
                <a:latin typeface="Helvetica Neue"/>
                <a:ea typeface="Helvetica Neue"/>
                <a:cs typeface="Helvetica Neue"/>
              </a:defRPr>
            </a:pPr>
            <a:r>
              <a:rPr sz="1650" b="1">
                <a:solidFill>
                  <a:srgbClr val="F4B942"/>
                </a:solidFill>
                <a:latin typeface="Helvetica Neue"/>
                <a:ea typeface="Helvetica Neue"/>
                <a:cs typeface="Helvetica Neue"/>
              </a:rPr>
              <a:t>3.2 V</a:t>
            </a:r>
          </a:p>
        </p:txBody>
      </p:sp>
      <p:sp>
        <p:nvSpPr>
          <p:cNvPr id="11" name="Rectangle 10">
            <a:extLst>
              <a:ext uri="{FF2B5EF4-FFF2-40B4-BE49-F238E27FC236}">
                <a16:creationId xmlns:a16="http://schemas.microsoft.com/office/drawing/2014/main" id="{C61C47D1-4363-4899-B313-CFB325FDA869}"/>
              </a:ext>
            </a:extLst>
          </p:cNvPr>
          <p:cNvSpPr>
            <a:spLocks noGrp="1"/>
          </p:cNvSpPr>
          <p:nvPr/>
        </p:nvSpPr>
        <p:spPr>
          <a:xfrm>
            <a:off x="2095500" y="4029075"/>
            <a:ext cx="4476750" cy="266700"/>
          </a:xfrm>
          <a:prstGeom prst="rect">
            <a:avLst/>
          </a:prstGeom>
          <a:noFill/>
          <a:ln w="0">
            <a:noFill/>
            <a:prstDash val="solid"/>
          </a:ln>
        </p:spPr>
        <p:txBody>
          <a:bodyPr wrap="square" lIns="0" tIns="0" rIns="0" bIns="0" anchor="t">
            <a:noAutofit/>
          </a:bodyPr>
          <a:lstStyle/>
          <a:p>
            <a:pPr algn="l">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Coin cell → use DC volts</a:t>
            </a:r>
          </a:p>
        </p:txBody>
      </p:sp>
      <p:sp>
        <p:nvSpPr>
          <p:cNvPr id="12" name="Rectangle 11">
            <a:extLst>
              <a:ext uri="{FF2B5EF4-FFF2-40B4-BE49-F238E27FC236}">
                <a16:creationId xmlns:a16="http://schemas.microsoft.com/office/drawing/2014/main" id="{9B2D87AA-B702-4BAF-A9F5-6A7697BF48A3}"/>
              </a:ext>
            </a:extLst>
          </p:cNvPr>
          <p:cNvSpPr>
            <a:spLocks noGrp="1"/>
          </p:cNvSpPr>
          <p:nvPr/>
        </p:nvSpPr>
        <p:spPr>
          <a:xfrm>
            <a:off x="400050" y="4610100"/>
            <a:ext cx="1428750" cy="495300"/>
          </a:xfrm>
          <a:prstGeom prst="rect">
            <a:avLst/>
          </a:prstGeom>
          <a:solidFill>
            <a:srgbClr val="FFF0F0"/>
          </a:solidFill>
          <a:ln w="9525">
            <a:solidFill>
              <a:srgbClr val="C65353"/>
            </a:solidFill>
            <a:prstDash val="solid"/>
          </a:ln>
        </p:spPr>
        <p:txBody>
          <a:bodyPr wrap="square" lIns="95250" tIns="95250" rIns="95250" bIns="95250" anchor="t">
            <a:normAutofit/>
          </a:bodyPr>
          <a:lstStyle/>
          <a:p>
            <a:pPr algn="ctr">
              <a:buNone/>
              <a:defRPr sz="1650" b="1">
                <a:solidFill>
                  <a:srgbClr val="C65353"/>
                </a:solidFill>
                <a:latin typeface="Helvetica Neue"/>
                <a:ea typeface="Helvetica Neue"/>
                <a:cs typeface="Helvetica Neue"/>
              </a:defRPr>
            </a:pPr>
            <a:r>
              <a:rPr sz="1650" b="1">
                <a:solidFill>
                  <a:srgbClr val="C65353"/>
                </a:solidFill>
                <a:latin typeface="Helvetica Neue"/>
                <a:ea typeface="Helvetica Neue"/>
                <a:cs typeface="Helvetica Neue"/>
              </a:rPr>
              <a:t>3.0–4.5 V</a:t>
            </a:r>
          </a:p>
        </p:txBody>
      </p:sp>
      <p:sp>
        <p:nvSpPr>
          <p:cNvPr id="13" name="Rectangle 12">
            <a:extLst>
              <a:ext uri="{FF2B5EF4-FFF2-40B4-BE49-F238E27FC236}">
                <a16:creationId xmlns:a16="http://schemas.microsoft.com/office/drawing/2014/main" id="{58B03D2A-94E5-4A11-9F98-47991E5A3AB8}"/>
              </a:ext>
            </a:extLst>
          </p:cNvPr>
          <p:cNvSpPr>
            <a:spLocks noGrp="1"/>
          </p:cNvSpPr>
          <p:nvPr/>
        </p:nvSpPr>
        <p:spPr>
          <a:xfrm>
            <a:off x="2095500" y="4714875"/>
            <a:ext cx="2488857" cy="903560"/>
          </a:xfrm>
          <a:prstGeom prst="rect">
            <a:avLst/>
          </a:prstGeom>
          <a:noFill/>
          <a:ln w="0">
            <a:noFill/>
            <a:prstDash val="solid"/>
          </a:ln>
        </p:spPr>
        <p:txBody>
          <a:bodyPr wrap="square" lIns="0" tIns="0" rIns="0" bIns="0" anchor="t">
            <a:noAutofit/>
          </a:bodyPr>
          <a:lstStyle/>
          <a:p>
            <a:pPr algn="l">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2–3 AA / AAA cells in series</a:t>
            </a:r>
            <a:r>
              <a:rPr lang="en-US" sz="1500" b="0">
                <a:solidFill>
                  <a:srgbClr val="4B5563"/>
                </a:solidFill>
                <a:latin typeface="Helvetica Neue"/>
                <a:ea typeface="Helvetica Neue"/>
                <a:cs typeface="Helvetica Neue"/>
              </a:rPr>
              <a:t> </a:t>
            </a:r>
            <a:r>
              <a:rPr sz="1500" b="0">
                <a:solidFill>
                  <a:srgbClr val="4B5563"/>
                </a:solidFill>
                <a:latin typeface="Helvetica Neue"/>
                <a:ea typeface="Helvetica Neue"/>
                <a:cs typeface="Helvetica Neue"/>
              </a:rPr>
              <a:t>→ use DC volts</a:t>
            </a:r>
          </a:p>
        </p:txBody>
      </p:sp>
      <p:sp>
        <p:nvSpPr>
          <p:cNvPr id="14" name="Rectangle 13">
            <a:extLst>
              <a:ext uri="{FF2B5EF4-FFF2-40B4-BE49-F238E27FC236}">
                <a16:creationId xmlns:a16="http://schemas.microsoft.com/office/drawing/2014/main" id="{04533ECA-B682-4F14-B3F6-E45C87C7284A}"/>
              </a:ext>
            </a:extLst>
          </p:cNvPr>
          <p:cNvSpPr>
            <a:spLocks noGrp="1"/>
          </p:cNvSpPr>
          <p:nvPr/>
        </p:nvSpPr>
        <p:spPr>
          <a:xfrm>
            <a:off x="6045301" y="2128837"/>
            <a:ext cx="5841900" cy="495300"/>
          </a:xfrm>
          <a:prstGeom prst="rect">
            <a:avLst/>
          </a:prstGeom>
          <a:solidFill>
            <a:srgbClr val="F0F1F2"/>
          </a:solidFill>
          <a:ln w="9525">
            <a:solidFill>
              <a:srgbClr val="B8BCC4"/>
            </a:solidFill>
            <a:prstDash val="solid"/>
          </a:ln>
        </p:spPr>
        <p:txBody>
          <a:bodyPr wrap="square" lIns="95250" tIns="95250" rIns="95250" bIns="95250" anchor="ctr">
            <a:normAutofit/>
          </a:bodyPr>
          <a:lstStyle/>
          <a:p>
            <a:pPr algn="ctr">
              <a:defRPr sz="1350" b="1">
                <a:solidFill>
                  <a:srgbClr val="0B0B0B"/>
                </a:solidFill>
                <a:latin typeface="Helvetica Neue"/>
                <a:ea typeface="Helvetica Neue"/>
                <a:cs typeface="Helvetica Neue"/>
              </a:defRPr>
            </a:pPr>
            <a:r>
              <a:rPr sz="1350" b="1">
                <a:solidFill>
                  <a:srgbClr val="0B0B0B"/>
                </a:solidFill>
                <a:latin typeface="Helvetica Neue"/>
                <a:ea typeface="Helvetica Neue"/>
                <a:cs typeface="Helvetica Neue"/>
              </a:rPr>
              <a:t>SERIES PACK RULE</a:t>
            </a:r>
          </a:p>
        </p:txBody>
      </p:sp>
      <p:sp>
        <p:nvSpPr>
          <p:cNvPr id="15" name="Rectangle 14">
            <a:extLst>
              <a:ext uri="{FF2B5EF4-FFF2-40B4-BE49-F238E27FC236}">
                <a16:creationId xmlns:a16="http://schemas.microsoft.com/office/drawing/2014/main" id="{5F5199F3-FE02-49E2-AE4C-B3053863A123}"/>
              </a:ext>
            </a:extLst>
          </p:cNvPr>
          <p:cNvSpPr>
            <a:spLocks noGrp="1"/>
          </p:cNvSpPr>
          <p:nvPr/>
        </p:nvSpPr>
        <p:spPr>
          <a:xfrm>
            <a:off x="6045301" y="2967368"/>
            <a:ext cx="2872810" cy="1747507"/>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a:solidFill>
                  <a:srgbClr val="0B0B0B"/>
                </a:solidFill>
                <a:latin typeface="Helvetica Neue"/>
                <a:ea typeface="Helvetica Neue"/>
                <a:cs typeface="Helvetica Neue"/>
              </a:rPr>
              <a:t>Cell voltages add.</a:t>
            </a:r>
            <a:endParaRPr lang="en-US" sz="1650"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a:solidFill>
                  <a:srgbClr val="0B0B0B"/>
                </a:solidFill>
                <a:latin typeface="Helvetica Neue"/>
                <a:ea typeface="Helvetica Neue"/>
                <a:cs typeface="Helvetica Neue"/>
              </a:rPr>
              <a:t>2 cells </a:t>
            </a:r>
            <a:r>
              <a:rPr lang="en-US" sz="1650" b="0">
                <a:solidFill>
                  <a:srgbClr val="0B0B0B"/>
                </a:solidFill>
                <a:latin typeface="Helvetica Neue"/>
                <a:ea typeface="Helvetica Neue"/>
                <a:cs typeface="Helvetica Neue"/>
              </a:rPr>
              <a:t>@ 1.5v each </a:t>
            </a:r>
            <a:r>
              <a:rPr sz="1650" b="0">
                <a:solidFill>
                  <a:srgbClr val="0B0B0B"/>
                </a:solidFill>
                <a:latin typeface="Helvetica Neue"/>
                <a:ea typeface="Helvetica Neue"/>
                <a:cs typeface="Helvetica Neue"/>
              </a:rPr>
              <a:t>≈ 3.0 V </a:t>
            </a:r>
            <a:endParaRPr lang="en-US" sz="1650" b="0">
              <a:solidFill>
                <a:srgbClr val="0B0B0B"/>
              </a:solidFill>
              <a:latin typeface="Helvetica Neue"/>
              <a:ea typeface="Helvetica Neue"/>
              <a:cs typeface="Helvetica Neue"/>
            </a:endParaRPr>
          </a:p>
          <a:p>
            <a:pPr marL="228600" indent="-228600">
              <a:buFont typeface="Arial" panose="020B0604020202020204" pitchFamily="34" charset="0"/>
              <a:buChar char="•"/>
              <a:defRPr sz="1650" b="0">
                <a:solidFill>
                  <a:srgbClr val="0B0B0B"/>
                </a:solidFill>
                <a:latin typeface="Helvetica Neue"/>
                <a:ea typeface="Helvetica Neue"/>
                <a:cs typeface="Helvetica Neue"/>
              </a:defRPr>
            </a:pPr>
            <a:r>
              <a:rPr sz="1650" b="0">
                <a:solidFill>
                  <a:srgbClr val="0B0B0B"/>
                </a:solidFill>
                <a:latin typeface="Helvetica Neue"/>
                <a:ea typeface="Helvetica Neue"/>
                <a:cs typeface="Helvetica Neue"/>
              </a:rPr>
              <a:t>3 cells </a:t>
            </a:r>
            <a:r>
              <a:rPr lang="en-US" sz="1650">
                <a:solidFill>
                  <a:srgbClr val="0B0B0B"/>
                </a:solidFill>
                <a:latin typeface="Helvetica Neue"/>
                <a:ea typeface="Helvetica Neue"/>
                <a:cs typeface="Helvetica Neue"/>
              </a:rPr>
              <a:t>@ 1.5v each </a:t>
            </a:r>
            <a:r>
              <a:rPr sz="1650" b="0">
                <a:solidFill>
                  <a:srgbClr val="0B0B0B"/>
                </a:solidFill>
                <a:latin typeface="Helvetica Neue"/>
                <a:ea typeface="Helvetica Neue"/>
                <a:cs typeface="Helvetica Neue"/>
              </a:rPr>
              <a:t>≈ 4.5 V</a:t>
            </a:r>
            <a:endParaRPr lang="en-US" sz="1650"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a:solidFill>
                  <a:srgbClr val="0B0B0B"/>
                </a:solidFill>
                <a:latin typeface="Helvetica Neue"/>
                <a:ea typeface="Helvetica Neue"/>
                <a:cs typeface="Helvetica Neue"/>
              </a:rPr>
              <a:t>Test at the pack output</a:t>
            </a:r>
            <a:br>
              <a:rPr lang="en-US" sz="1650" b="0">
                <a:solidFill>
                  <a:srgbClr val="0B0B0B"/>
                </a:solidFill>
                <a:latin typeface="Helvetica Neue"/>
                <a:ea typeface="Helvetica Neue"/>
                <a:cs typeface="Helvetica Neue"/>
              </a:rPr>
            </a:br>
            <a:r>
              <a:rPr sz="1650" b="0">
                <a:solidFill>
                  <a:srgbClr val="0B0B0B"/>
                </a:solidFill>
                <a:latin typeface="Helvetica Neue"/>
                <a:ea typeface="Helvetica Neue"/>
                <a:cs typeface="Helvetica Neue"/>
              </a:rPr>
              <a:t>Compare with </a:t>
            </a:r>
            <a:r>
              <a:rPr lang="en-US" sz="1650" b="0">
                <a:solidFill>
                  <a:srgbClr val="0B0B0B"/>
                </a:solidFill>
                <a:latin typeface="Helvetica Neue"/>
                <a:ea typeface="Helvetica Neue"/>
                <a:cs typeface="Helvetica Neue"/>
              </a:rPr>
              <a:t>IGT </a:t>
            </a:r>
            <a:r>
              <a:rPr sz="1650" b="0">
                <a:solidFill>
                  <a:srgbClr val="0B0B0B"/>
                </a:solidFill>
                <a:latin typeface="Helvetica Neue"/>
                <a:ea typeface="Helvetica Neue"/>
                <a:cs typeface="Helvetica Neue"/>
              </a:rPr>
              <a:t>label</a:t>
            </a:r>
            <a:endParaRPr lang="en-US" sz="1650" b="0">
              <a:solidFill>
                <a:srgbClr val="0B0B0B"/>
              </a:solidFill>
              <a:latin typeface="Helvetica Neue"/>
              <a:ea typeface="Helvetica Neue"/>
              <a:cs typeface="Helvetica Neue"/>
            </a:endParaRPr>
          </a:p>
        </p:txBody>
      </p:sp>
      <p:sp>
        <p:nvSpPr>
          <p:cNvPr id="17" name="Straight Connector 16">
            <a:extLst>
              <a:ext uri="{FF2B5EF4-FFF2-40B4-BE49-F238E27FC236}">
                <a16:creationId xmlns:a16="http://schemas.microsoft.com/office/drawing/2014/main" id="{733E0CEC-3F3C-9659-8594-101654D1F96F}"/>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pic>
        <p:nvPicPr>
          <p:cNvPr id="4" name="Picture 3">
            <a:extLst>
              <a:ext uri="{FF2B5EF4-FFF2-40B4-BE49-F238E27FC236}">
                <a16:creationId xmlns:a16="http://schemas.microsoft.com/office/drawing/2014/main" id="{AAE2D65B-606F-E753-F523-47B035C073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4391" y="2905125"/>
            <a:ext cx="2872810" cy="3619500"/>
          </a:xfrm>
          <a:prstGeom prst="rect">
            <a:avLst/>
          </a:prstGeom>
        </p:spPr>
      </p:pic>
      <p:sp>
        <p:nvSpPr>
          <p:cNvPr id="18" name="Rectangle 17">
            <a:extLst>
              <a:ext uri="{FF2B5EF4-FFF2-40B4-BE49-F238E27FC236}">
                <a16:creationId xmlns:a16="http://schemas.microsoft.com/office/drawing/2014/main" id="{45ED1B80-EDFE-B253-4CE0-018EC8D9FD4D}"/>
              </a:ext>
            </a:extLst>
          </p:cNvPr>
          <p:cNvSpPr>
            <a:spLocks noGrp="1"/>
          </p:cNvSpPr>
          <p:nvPr/>
        </p:nvSpPr>
        <p:spPr>
          <a:xfrm>
            <a:off x="400049" y="1450432"/>
            <a:ext cx="11391900" cy="430750"/>
          </a:xfrm>
          <a:prstGeom prst="rect">
            <a:avLst/>
          </a:prstGeom>
          <a:solidFill>
            <a:srgbClr val="FFF0F0"/>
          </a:solidFill>
          <a:ln w="19050">
            <a:solidFill>
              <a:srgbClr val="C65353"/>
            </a:solidFill>
            <a:prstDash val="solid"/>
          </a:ln>
        </p:spPr>
        <p:txBody>
          <a:bodyPr wrap="square" lIns="95250" tIns="95250" rIns="95250" bIns="95250" anchor="ctr">
            <a:normAutofit lnSpcReduction="10000"/>
          </a:bodyPr>
          <a:lstStyle/>
          <a:p>
            <a:pPr>
              <a:buNone/>
              <a:defRPr sz="1200" b="1">
                <a:solidFill>
                  <a:srgbClr val="F4B942"/>
                </a:solidFill>
                <a:latin typeface="Helvetica Neue"/>
                <a:ea typeface="Helvetica Neue"/>
                <a:cs typeface="Helvetica Neue"/>
              </a:defRPr>
            </a:pPr>
            <a:r>
              <a:rPr lang="en-US" sz="1600" b="1" dirty="0">
                <a:solidFill>
                  <a:srgbClr val="C00000"/>
                </a:solidFill>
                <a:latin typeface="Helvetica Neue"/>
                <a:ea typeface="Helvetica Neue"/>
                <a:cs typeface="Helvetica Neue"/>
              </a:rPr>
              <a:t>MATCH THE BATTERY TO THE SETTING — NEVER USE CURRENT OR RESISTANCE</a:t>
            </a:r>
          </a:p>
        </p:txBody>
      </p:sp>
    </p:spTree>
    <p:extLst>
      <p:ext uri="{BB962C8B-B14F-4D97-AF65-F5344CB8AC3E}">
        <p14:creationId xmlns:p14="http://schemas.microsoft.com/office/powerpoint/2010/main" val="4266420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8BCAE5-52F4-427E-B8CC-52C9AA96BD81}"/>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ea typeface="Helvetica Neue"/>
                <a:cs typeface="Helvetica Neue"/>
              </a:rPr>
              <a:t>05 • MULTIMETERS - SAFETY</a:t>
            </a:r>
          </a:p>
        </p:txBody>
      </p:sp>
      <p:sp>
        <p:nvSpPr>
          <p:cNvPr id="2" name="Rectangle 1">
            <a:extLst>
              <a:ext uri="{FF2B5EF4-FFF2-40B4-BE49-F238E27FC236}">
                <a16:creationId xmlns:a16="http://schemas.microsoft.com/office/drawing/2014/main" id="{B252D96C-F1EF-488D-B4E0-95AFDBF71C30}"/>
              </a:ext>
            </a:extLst>
          </p:cNvPr>
          <p:cNvSpPr>
            <a:spLocks noGrp="1"/>
          </p:cNvSpPr>
          <p:nvPr/>
        </p:nvSpPr>
        <p:spPr>
          <a:xfrm>
            <a:off x="400049" y="571500"/>
            <a:ext cx="11475275"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The safest meter reading starts before the probes touch anything.</a:t>
            </a:r>
          </a:p>
        </p:txBody>
      </p:sp>
      <p:sp>
        <p:nvSpPr>
          <p:cNvPr id="5" name="Rectangle 4">
            <a:extLst>
              <a:ext uri="{FF2B5EF4-FFF2-40B4-BE49-F238E27FC236}">
                <a16:creationId xmlns:a16="http://schemas.microsoft.com/office/drawing/2014/main" id="{06548781-D988-4418-BE69-278DF55F5A7D}"/>
              </a:ext>
            </a:extLst>
          </p:cNvPr>
          <p:cNvSpPr>
            <a:spLocks noGrp="1"/>
          </p:cNvSpPr>
          <p:nvPr/>
        </p:nvSpPr>
        <p:spPr>
          <a:xfrm>
            <a:off x="400050" y="1790700"/>
            <a:ext cx="333375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lang="en-US" sz="1600" b="1">
                <a:solidFill>
                  <a:srgbClr val="03699B"/>
                </a:solidFill>
                <a:latin typeface="Helvetica Neue"/>
                <a:ea typeface="Helvetica Neue"/>
                <a:cs typeface="Helvetica Neue"/>
              </a:rPr>
              <a:t>CHECK BEFORE YOU TEST</a:t>
            </a:r>
          </a:p>
        </p:txBody>
      </p:sp>
      <p:sp>
        <p:nvSpPr>
          <p:cNvPr id="6" name="Rectangle 5">
            <a:extLst>
              <a:ext uri="{FF2B5EF4-FFF2-40B4-BE49-F238E27FC236}">
                <a16:creationId xmlns:a16="http://schemas.microsoft.com/office/drawing/2014/main" id="{6A0AEA1E-B384-4408-AD59-6BF55DDF573F}"/>
              </a:ext>
            </a:extLst>
          </p:cNvPr>
          <p:cNvSpPr>
            <a:spLocks noGrp="1"/>
          </p:cNvSpPr>
          <p:nvPr/>
        </p:nvSpPr>
        <p:spPr>
          <a:xfrm>
            <a:off x="400050" y="2190750"/>
            <a:ext cx="5755821" cy="3347357"/>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lang="en-US" b="0">
                <a:solidFill>
                  <a:srgbClr val="0B0B0B"/>
                </a:solidFill>
                <a:latin typeface="Helvetica Neue"/>
                <a:ea typeface="Helvetica Neue"/>
                <a:cs typeface="Helvetica Neue"/>
              </a:rPr>
              <a:t>Inspect the meter, leads, and probes.</a:t>
            </a: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lang="en-US" b="0">
                <a:solidFill>
                  <a:srgbClr val="0B0B0B"/>
                </a:solidFill>
                <a:latin typeface="Helvetica Neue"/>
                <a:ea typeface="Helvetica Neue"/>
                <a:cs typeface="Helvetica Neue"/>
              </a:rPr>
              <a:t>Confirm the black lead is in COM.</a:t>
            </a: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lang="en-US" b="0">
                <a:solidFill>
                  <a:srgbClr val="0B0B0B"/>
                </a:solidFill>
                <a:latin typeface="Helvetica Neue"/>
                <a:ea typeface="Helvetica Neue"/>
                <a:cs typeface="Helvetica Neue"/>
              </a:rPr>
              <a:t>Confirm the red lead is in the correct terminal.</a:t>
            </a: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lang="en-US" b="0">
                <a:solidFill>
                  <a:srgbClr val="0B0B0B"/>
                </a:solidFill>
                <a:latin typeface="Helvetica Neue"/>
                <a:ea typeface="Helvetica Neue"/>
                <a:cs typeface="Helvetica Neue"/>
              </a:rPr>
              <a:t>Select AC, DC, resistance, or continuity before contact.</a:t>
            </a: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lang="en-US" b="0">
                <a:solidFill>
                  <a:srgbClr val="0B0B0B"/>
                </a:solidFill>
                <a:latin typeface="Helvetica Neue"/>
                <a:ea typeface="Helvetica Neue"/>
                <a:cs typeface="Helvetica Neue"/>
              </a:rPr>
              <a:t>Keep fingers behind probe guards.</a:t>
            </a: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lang="en-US" b="0">
                <a:solidFill>
                  <a:srgbClr val="0B0B0B"/>
                </a:solidFill>
                <a:latin typeface="Helvetica Neue"/>
                <a:ea typeface="Helvetica Neue"/>
                <a:cs typeface="Helvetica Neue"/>
              </a:rPr>
              <a:t>Never use resistance or continuity on an energized circuit</a:t>
            </a:r>
            <a:r>
              <a:rPr sz="1650" b="0">
                <a:solidFill>
                  <a:srgbClr val="0B0B0B"/>
                </a:solidFill>
                <a:latin typeface="Helvetica Neue"/>
                <a:ea typeface="Helvetica Neue"/>
                <a:cs typeface="Helvetica Neue"/>
              </a:rPr>
              <a:t>.</a:t>
            </a:r>
            <a:endParaRPr lang="en-US" sz="1650"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40507D30-864F-4BBF-9905-D504747D3C9F}"/>
              </a:ext>
            </a:extLst>
          </p:cNvPr>
          <p:cNvSpPr>
            <a:spLocks noGrp="1"/>
          </p:cNvSpPr>
          <p:nvPr/>
        </p:nvSpPr>
        <p:spPr>
          <a:xfrm>
            <a:off x="7810500" y="1581666"/>
            <a:ext cx="2667000" cy="2854403"/>
          </a:xfrm>
          <a:prstGeom prst="rect">
            <a:avLst/>
          </a:prstGeom>
          <a:solidFill>
            <a:srgbClr val="FFF0F0"/>
          </a:solidFill>
          <a:ln w="19050">
            <a:solidFill>
              <a:srgbClr val="C65353"/>
            </a:solidFill>
            <a:prstDash val="solid"/>
          </a:ln>
        </p:spPr>
        <p:txBody>
          <a:bodyPr wrap="square" lIns="95250" tIns="95250" rIns="95250" bIns="95250" anchor="ctr">
            <a:normAutofit/>
          </a:bodyPr>
          <a:lstStyle/>
          <a:p>
            <a:pPr algn="ctr">
              <a:buNone/>
              <a:defRPr sz="1950" b="1">
                <a:solidFill>
                  <a:srgbClr val="C65353"/>
                </a:solidFill>
                <a:latin typeface="Helvetica Neue"/>
                <a:ea typeface="Helvetica Neue"/>
                <a:cs typeface="Helvetica Neue"/>
              </a:defRPr>
            </a:pPr>
            <a:r>
              <a:rPr sz="1950" b="1" cap="all" dirty="0">
                <a:solidFill>
                  <a:srgbClr val="C00000"/>
                </a:solidFill>
                <a:latin typeface="Helvetica Neue"/>
                <a:ea typeface="Helvetica Neue"/>
                <a:cs typeface="Helvetica Neue"/>
              </a:rPr>
              <a:t>RED LEAD</a:t>
            </a:r>
          </a:p>
          <a:p>
            <a:pPr algn="ctr">
              <a:buNone/>
              <a:defRPr sz="1950" b="1">
                <a:solidFill>
                  <a:srgbClr val="C65353"/>
                </a:solidFill>
                <a:latin typeface="Helvetica Neue"/>
                <a:ea typeface="Helvetica Neue"/>
                <a:cs typeface="Helvetica Neue"/>
              </a:defRPr>
            </a:pPr>
            <a:r>
              <a:rPr sz="1950" b="1" cap="all" dirty="0">
                <a:solidFill>
                  <a:srgbClr val="C00000"/>
                </a:solidFill>
                <a:latin typeface="Helvetica Neue"/>
                <a:ea typeface="Helvetica Neue"/>
                <a:cs typeface="Helvetica Neue"/>
              </a:rPr>
              <a:t>IN THE WRONG</a:t>
            </a:r>
          </a:p>
          <a:p>
            <a:pPr algn="ctr">
              <a:defRPr sz="1950" b="1">
                <a:solidFill>
                  <a:srgbClr val="C65353"/>
                </a:solidFill>
                <a:latin typeface="Helvetica Neue"/>
                <a:ea typeface="Helvetica Neue"/>
                <a:cs typeface="Helvetica Neue"/>
              </a:defRPr>
            </a:pPr>
            <a:r>
              <a:rPr sz="1950" b="1" cap="all" dirty="0">
                <a:solidFill>
                  <a:srgbClr val="C00000"/>
                </a:solidFill>
                <a:latin typeface="Helvetica Neue"/>
                <a:ea typeface="Helvetica Neue"/>
                <a:cs typeface="Helvetica Neue"/>
              </a:rPr>
              <a:t>TERMINAL</a:t>
            </a:r>
            <a:r>
              <a:rPr lang="en-US" sz="1950" b="1" cap="all" dirty="0">
                <a:solidFill>
                  <a:srgbClr val="C00000"/>
                </a:solidFill>
                <a:latin typeface="Helvetica Neue"/>
                <a:ea typeface="Helvetica Neue"/>
                <a:cs typeface="Helvetica Neue"/>
              </a:rPr>
              <a:t> CAN TURN </a:t>
            </a:r>
            <a:r>
              <a:rPr lang="en-US" sz="2000" cap="all" dirty="0">
                <a:solidFill>
                  <a:srgbClr val="C00000"/>
                </a:solidFill>
                <a:latin typeface="Helvetica Neue"/>
                <a:ea typeface="Helvetica Neue"/>
                <a:cs typeface="Helvetica Neue"/>
              </a:rPr>
              <a:t>a voltage check into a dangerous current measurement.</a:t>
            </a:r>
            <a:endParaRPr sz="1950" b="1" cap="all" dirty="0">
              <a:solidFill>
                <a:srgbClr val="C00000"/>
              </a:solidFill>
              <a:latin typeface="Helvetica Neue"/>
              <a:ea typeface="Helvetica Neue"/>
              <a:cs typeface="Helvetica Neue"/>
            </a:endParaRPr>
          </a:p>
        </p:txBody>
      </p:sp>
      <p:sp>
        <p:nvSpPr>
          <p:cNvPr id="9" name="Straight Connector 8">
            <a:extLst>
              <a:ext uri="{FF2B5EF4-FFF2-40B4-BE49-F238E27FC236}">
                <a16:creationId xmlns:a16="http://schemas.microsoft.com/office/drawing/2014/main" id="{03C29BA0-F2E3-4BA7-8F35-62E24FA9258D}"/>
              </a:ext>
            </a:extLst>
          </p:cNvPr>
          <p:cNvSpPr>
            <a:spLocks noGrp="1"/>
          </p:cNvSpPr>
          <p:nvPr/>
        </p:nvSpPr>
        <p:spPr>
          <a:xfrm>
            <a:off x="6820929" y="5901017"/>
            <a:ext cx="4805749" cy="0"/>
          </a:xfrm>
          <a:prstGeom prst="line">
            <a:avLst/>
          </a:prstGeom>
          <a:noFill/>
          <a:ln w="38100">
            <a:solidFill>
              <a:srgbClr val="03699B"/>
            </a:solidFill>
            <a:prstDash val="solid"/>
          </a:ln>
        </p:spPr>
        <p:txBody>
          <a:bodyPr/>
          <a:lstStyle/>
          <a:p>
            <a:endParaRPr/>
          </a:p>
        </p:txBody>
      </p:sp>
      <p:sp>
        <p:nvSpPr>
          <p:cNvPr id="10" name="Rectangle 9">
            <a:extLst>
              <a:ext uri="{FF2B5EF4-FFF2-40B4-BE49-F238E27FC236}">
                <a16:creationId xmlns:a16="http://schemas.microsoft.com/office/drawing/2014/main" id="{8CD27EA7-3633-441A-94CB-DB23ED9033D9}"/>
              </a:ext>
            </a:extLst>
          </p:cNvPr>
          <p:cNvSpPr>
            <a:spLocks noGrp="1"/>
          </p:cNvSpPr>
          <p:nvPr/>
        </p:nvSpPr>
        <p:spPr>
          <a:xfrm>
            <a:off x="6155871" y="6072467"/>
            <a:ext cx="6036129" cy="438150"/>
          </a:xfrm>
          <a:prstGeom prst="rect">
            <a:avLst/>
          </a:prstGeom>
          <a:noFill/>
          <a:ln w="0">
            <a:noFill/>
            <a:prstDash val="solid"/>
          </a:ln>
        </p:spPr>
        <p:txBody>
          <a:bodyPr wrap="square" lIns="0" tIns="0" rIns="0" bIns="0" anchor="t">
            <a:noAutofit/>
          </a:bodyPr>
          <a:lstStyle/>
          <a:p>
            <a:pPr algn="ctr">
              <a:buNone/>
              <a:defRPr sz="1650" b="1">
                <a:solidFill>
                  <a:srgbClr val="0B0B0B"/>
                </a:solidFill>
                <a:latin typeface="Helvetica Neue"/>
                <a:ea typeface="Helvetica Neue"/>
                <a:cs typeface="Helvetica Neue"/>
              </a:defRPr>
            </a:pPr>
            <a:r>
              <a:rPr lang="en-US" b="1">
                <a:solidFill>
                  <a:srgbClr val="0B0B0B"/>
                </a:solidFill>
                <a:latin typeface="Helvetica Neue"/>
                <a:ea typeface="Helvetica Neue"/>
                <a:cs typeface="Helvetica Neue"/>
              </a:rPr>
              <a:t>Say what you expect to read before you test.</a:t>
            </a:r>
          </a:p>
        </p:txBody>
      </p:sp>
      <p:pic>
        <p:nvPicPr>
          <p:cNvPr id="12" name="Picture 11">
            <a:extLst>
              <a:ext uri="{FF2B5EF4-FFF2-40B4-BE49-F238E27FC236}">
                <a16:creationId xmlns:a16="http://schemas.microsoft.com/office/drawing/2014/main" id="{0FF7A0F3-68D2-3F8F-7299-99543AE1F42A}"/>
              </a:ext>
            </a:extLst>
          </p:cNvPr>
          <p:cNvPicPr>
            <a:picLocks noChangeAspect="1"/>
          </p:cNvPicPr>
          <p:nvPr/>
        </p:nvPicPr>
        <p:blipFill>
          <a:blip r:embed="rId3"/>
          <a:srcRect t="6000" b="12886"/>
          <a:stretch>
            <a:fillRect/>
          </a:stretch>
        </p:blipFill>
        <p:spPr>
          <a:xfrm>
            <a:off x="1099098" y="3709146"/>
            <a:ext cx="3115368" cy="2577354"/>
          </a:xfrm>
          <a:prstGeom prst="rect">
            <a:avLst/>
          </a:prstGeom>
        </p:spPr>
      </p:pic>
      <p:sp>
        <p:nvSpPr>
          <p:cNvPr id="13" name="Straight Connector 12">
            <a:extLst>
              <a:ext uri="{FF2B5EF4-FFF2-40B4-BE49-F238E27FC236}">
                <a16:creationId xmlns:a16="http://schemas.microsoft.com/office/drawing/2014/main" id="{820D9B77-9636-98B3-C492-4B8584333B94}"/>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4234929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8BCAE5-52F4-427E-B8CC-52C9AA96BD81}"/>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ea typeface="Helvetica Neue"/>
                <a:cs typeface="Helvetica Neue"/>
              </a:rPr>
              <a:t>05 • MULTIMETERS - SAFETY</a:t>
            </a:r>
          </a:p>
        </p:txBody>
      </p:sp>
      <p:sp>
        <p:nvSpPr>
          <p:cNvPr id="2" name="Rectangle 1">
            <a:extLst>
              <a:ext uri="{FF2B5EF4-FFF2-40B4-BE49-F238E27FC236}">
                <a16:creationId xmlns:a16="http://schemas.microsoft.com/office/drawing/2014/main" id="{B252D96C-F1EF-488D-B4E0-95AFDBF71C30}"/>
              </a:ext>
            </a:extLst>
          </p:cNvPr>
          <p:cNvSpPr>
            <a:spLocks noGrp="1"/>
          </p:cNvSpPr>
          <p:nvPr/>
        </p:nvSpPr>
        <p:spPr>
          <a:xfrm>
            <a:off x="400049" y="571500"/>
            <a:ext cx="11475275" cy="647700"/>
          </a:xfrm>
          <a:prstGeom prst="rect">
            <a:avLst/>
          </a:prstGeom>
          <a:noFill/>
          <a:ln w="0">
            <a:noFill/>
            <a:prstDash val="solid"/>
          </a:ln>
        </p:spPr>
        <p:txBody>
          <a:bodyPr wrap="square" lIns="0" tIns="0" rIns="0" bIns="0" anchor="t">
            <a:noAutofit/>
          </a:bodyPr>
          <a:lstStyle/>
          <a:p>
            <a:r>
              <a:rPr lang="en-US" sz="2800" b="1"/>
              <a:t>Continuity and resistance checks require power off.</a:t>
            </a:r>
          </a:p>
        </p:txBody>
      </p:sp>
      <p:sp>
        <p:nvSpPr>
          <p:cNvPr id="5" name="Rectangle 4">
            <a:extLst>
              <a:ext uri="{FF2B5EF4-FFF2-40B4-BE49-F238E27FC236}">
                <a16:creationId xmlns:a16="http://schemas.microsoft.com/office/drawing/2014/main" id="{06548781-D988-4418-BE69-278DF55F5A7D}"/>
              </a:ext>
            </a:extLst>
          </p:cNvPr>
          <p:cNvSpPr>
            <a:spLocks noGrp="1"/>
          </p:cNvSpPr>
          <p:nvPr/>
        </p:nvSpPr>
        <p:spPr>
          <a:xfrm>
            <a:off x="400050" y="1790700"/>
            <a:ext cx="333375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endParaRPr sz="1600" b="1">
              <a:solidFill>
                <a:srgbClr val="03699B"/>
              </a:solidFill>
              <a:latin typeface="Helvetica Neue"/>
              <a:ea typeface="Helvetica Neue"/>
              <a:cs typeface="Helvetica Neue"/>
            </a:endParaRPr>
          </a:p>
        </p:txBody>
      </p:sp>
      <p:sp>
        <p:nvSpPr>
          <p:cNvPr id="6" name="Rectangle 5">
            <a:extLst>
              <a:ext uri="{FF2B5EF4-FFF2-40B4-BE49-F238E27FC236}">
                <a16:creationId xmlns:a16="http://schemas.microsoft.com/office/drawing/2014/main" id="{6A0AEA1E-B384-4408-AD59-6BF55DDF573F}"/>
              </a:ext>
            </a:extLst>
          </p:cNvPr>
          <p:cNvSpPr>
            <a:spLocks noGrp="1"/>
          </p:cNvSpPr>
          <p:nvPr/>
        </p:nvSpPr>
        <p:spPr>
          <a:xfrm>
            <a:off x="400049" y="1596342"/>
            <a:ext cx="5755821" cy="2495550"/>
          </a:xfrm>
          <a:prstGeom prst="rect">
            <a:avLst/>
          </a:prstGeom>
          <a:noFill/>
          <a:ln w="0">
            <a:noFill/>
            <a:prstDash val="solid"/>
          </a:ln>
        </p:spPr>
        <p:txBody>
          <a:bodyPr wrap="square" lIns="0" tIns="0" rIns="0" bIns="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3699B"/>
                </a:solidFill>
                <a:latin typeface="Helvetica Neue"/>
                <a:ea typeface="Helvetica Neue"/>
                <a:cs typeface="Helvetica Neue"/>
              </a:defRPr>
            </a:pPr>
            <a:r>
              <a:rPr kumimoji="0" lang="en-US" sz="1600" b="1" i="0" u="none" strike="noStrike" kern="1200" cap="none" spc="0" normalizeH="0" baseline="0" noProof="0">
                <a:ln>
                  <a:noFill/>
                </a:ln>
                <a:solidFill>
                  <a:srgbClr val="03699B"/>
                </a:solidFill>
                <a:effectLst/>
                <a:uLnTx/>
                <a:uFillTx/>
                <a:latin typeface="Helvetica Neue"/>
                <a:ea typeface="Helvetica Neue"/>
                <a:cs typeface="Helvetica Neue"/>
              </a:rPr>
              <a:t>READ THE RESULT</a:t>
            </a:r>
          </a:p>
          <a:p>
            <a:pPr marL="342900" lvl="0" indent="-342900">
              <a:buFont typeface="Arial" panose="020B0604020202020204" pitchFamily="34" charset="0"/>
              <a:buChar char="•"/>
            </a:pPr>
            <a:endParaRPr lang="en-US" sz="1600"/>
          </a:p>
          <a:p>
            <a:pPr marL="342900" lvl="0" indent="-342900">
              <a:buFont typeface="Arial" panose="020B0604020202020204" pitchFamily="34" charset="0"/>
              <a:buChar char="•"/>
            </a:pPr>
            <a:r>
              <a:rPr lang="en-US" sz="1600"/>
              <a:t>Low resistance or a tone: the two points are connected.</a:t>
            </a:r>
          </a:p>
          <a:p>
            <a:pPr marL="342900" lvl="0" indent="-342900">
              <a:buFont typeface="Arial" panose="020B0604020202020204" pitchFamily="34" charset="0"/>
              <a:buChar char="•"/>
            </a:pPr>
            <a:r>
              <a:rPr lang="en-US" sz="1600"/>
              <a:t>OL / open: the path is interrupted or out of range.</a:t>
            </a:r>
          </a:p>
          <a:p>
            <a:pPr marL="342900" lvl="0" indent="-342900">
              <a:buFont typeface="Arial" panose="020B0604020202020204" pitchFamily="34" charset="0"/>
              <a:buChar char="•"/>
            </a:pPr>
            <a:r>
              <a:rPr lang="en-US" sz="1600"/>
              <a:t>Higher-than-expected resistance: inspect for corrosion, damage, or loose connections.</a:t>
            </a:r>
          </a:p>
          <a:p>
            <a:pPr marL="342900" lvl="0" indent="-342900">
              <a:buFont typeface="Arial" panose="020B0604020202020204" pitchFamily="34" charset="0"/>
              <a:buChar char="•"/>
            </a:pPr>
            <a:r>
              <a:rPr lang="en-US" sz="1600"/>
              <a:t>Continuity proves a path—not that it can carry the required load.</a:t>
            </a:r>
          </a:p>
          <a:p>
            <a:pPr marL="342900" lvl="0" indent="-342900">
              <a:buFont typeface="Arial" panose="020B0604020202020204" pitchFamily="34" charset="0"/>
              <a:buChar char="•"/>
            </a:pPr>
            <a:r>
              <a:rPr lang="en-US" sz="1600"/>
              <a:t>Compare the reading with the diagram or specification.</a:t>
            </a:r>
          </a:p>
        </p:txBody>
      </p:sp>
      <p:sp>
        <p:nvSpPr>
          <p:cNvPr id="7" name="Rectangle 6">
            <a:extLst>
              <a:ext uri="{FF2B5EF4-FFF2-40B4-BE49-F238E27FC236}">
                <a16:creationId xmlns:a16="http://schemas.microsoft.com/office/drawing/2014/main" id="{40507D30-864F-4BBF-9905-D504747D3C9F}"/>
              </a:ext>
            </a:extLst>
          </p:cNvPr>
          <p:cNvSpPr>
            <a:spLocks noGrp="1"/>
          </p:cNvSpPr>
          <p:nvPr/>
        </p:nvSpPr>
        <p:spPr>
          <a:xfrm>
            <a:off x="7884640" y="1685942"/>
            <a:ext cx="3237470" cy="2495547"/>
          </a:xfrm>
          <a:prstGeom prst="rect">
            <a:avLst/>
          </a:prstGeom>
          <a:solidFill>
            <a:srgbClr val="FFF0F0"/>
          </a:solidFill>
          <a:ln w="19050">
            <a:solidFill>
              <a:srgbClr val="C65353"/>
            </a:solidFill>
            <a:prstDash val="solid"/>
          </a:ln>
        </p:spPr>
        <p:txBody>
          <a:bodyPr wrap="square" lIns="95250" tIns="95250" rIns="95250" bIns="95250" anchor="ctr">
            <a:normAutofit lnSpcReduction="10000"/>
          </a:bodyPr>
          <a:lstStyle/>
          <a:p>
            <a:pPr algn="ctr">
              <a:buNone/>
              <a:defRPr sz="1950" b="1">
                <a:solidFill>
                  <a:srgbClr val="C65353"/>
                </a:solidFill>
                <a:latin typeface="Helvetica Neue"/>
                <a:ea typeface="Helvetica Neue"/>
                <a:cs typeface="Helvetica Neue"/>
              </a:defRPr>
            </a:pPr>
            <a:r>
              <a:rPr sz="1950" b="1" cap="all">
                <a:solidFill>
                  <a:srgbClr val="C00000"/>
                </a:solidFill>
                <a:latin typeface="Helvetica Neue"/>
                <a:ea typeface="Helvetica Neue"/>
                <a:cs typeface="Helvetica Neue"/>
              </a:rPr>
              <a:t>POWER OFF</a:t>
            </a:r>
            <a:r>
              <a:rPr lang="en-US" sz="1950" b="1" cap="all">
                <a:solidFill>
                  <a:srgbClr val="C00000"/>
                </a:solidFill>
                <a:latin typeface="Helvetica Neue"/>
                <a:ea typeface="Helvetica Neue"/>
                <a:cs typeface="Helvetica Neue"/>
              </a:rPr>
              <a:t> </a:t>
            </a:r>
            <a:r>
              <a:rPr sz="1950" b="1" cap="all">
                <a:solidFill>
                  <a:srgbClr val="C00000"/>
                </a:solidFill>
                <a:latin typeface="Helvetica Neue"/>
                <a:ea typeface="Helvetica Neue"/>
                <a:cs typeface="Helvetica Neue"/>
              </a:rPr>
              <a:t>FIRST</a:t>
            </a:r>
            <a:endParaRPr lang="en-US" sz="1950" b="1" cap="all">
              <a:solidFill>
                <a:srgbClr val="C00000"/>
              </a:solidFill>
              <a:latin typeface="Helvetica Neue"/>
              <a:ea typeface="Helvetica Neue"/>
              <a:cs typeface="Helvetica Neue"/>
            </a:endParaRPr>
          </a:p>
          <a:p>
            <a:pPr algn="ctr">
              <a:buNone/>
              <a:defRPr sz="1950" b="1">
                <a:solidFill>
                  <a:srgbClr val="C65353"/>
                </a:solidFill>
                <a:latin typeface="Helvetica Neue"/>
                <a:ea typeface="Helvetica Neue"/>
                <a:cs typeface="Helvetica Neue"/>
              </a:defRPr>
            </a:pPr>
            <a:endParaRPr lang="en-US" sz="1950" b="1" cap="all">
              <a:solidFill>
                <a:srgbClr val="C00000"/>
              </a:solidFill>
              <a:latin typeface="Helvetica Neue"/>
              <a:ea typeface="Helvetica Neue"/>
              <a:cs typeface="Helvetica Neue"/>
            </a:endParaRPr>
          </a:p>
          <a:p>
            <a:pPr algn="ctr">
              <a:defRPr sz="1950" b="1">
                <a:solidFill>
                  <a:srgbClr val="C65353"/>
                </a:solidFill>
                <a:latin typeface="Helvetica Neue"/>
                <a:ea typeface="Helvetica Neue"/>
                <a:cs typeface="Helvetica Neue"/>
              </a:defRPr>
            </a:pPr>
            <a:r>
              <a:rPr lang="en-US" sz="1950" b="1">
                <a:solidFill>
                  <a:srgbClr val="C00000"/>
                </a:solidFill>
                <a:latin typeface="Helvetica Neue"/>
              </a:rPr>
              <a:t>Resistance and continuity modes apply their own test signal.</a:t>
            </a:r>
            <a:br>
              <a:rPr lang="en-US" sz="1950" b="1">
                <a:solidFill>
                  <a:srgbClr val="C00000"/>
                </a:solidFill>
                <a:latin typeface="Helvetica Neue"/>
              </a:rPr>
            </a:br>
            <a:r>
              <a:rPr lang="en-US" sz="1950" b="1">
                <a:solidFill>
                  <a:srgbClr val="C00000"/>
                </a:solidFill>
                <a:latin typeface="Helvetica Neue"/>
              </a:rPr>
              <a:t>An energized circuit can damage the meter or produce a false result.</a:t>
            </a:r>
          </a:p>
        </p:txBody>
      </p:sp>
      <p:sp>
        <p:nvSpPr>
          <p:cNvPr id="8" name="Rectangle 7">
            <a:extLst>
              <a:ext uri="{FF2B5EF4-FFF2-40B4-BE49-F238E27FC236}">
                <a16:creationId xmlns:a16="http://schemas.microsoft.com/office/drawing/2014/main" id="{3A779A62-5B24-4D18-895D-E9C27A922A8F}"/>
              </a:ext>
            </a:extLst>
          </p:cNvPr>
          <p:cNvSpPr>
            <a:spLocks noGrp="1"/>
          </p:cNvSpPr>
          <p:nvPr/>
        </p:nvSpPr>
        <p:spPr>
          <a:xfrm>
            <a:off x="7810500" y="3857625"/>
            <a:ext cx="2667000" cy="762000"/>
          </a:xfrm>
          <a:prstGeom prst="rect">
            <a:avLst/>
          </a:prstGeom>
          <a:noFill/>
          <a:ln w="0">
            <a:noFill/>
            <a:prstDash val="solid"/>
          </a:ln>
        </p:spPr>
        <p:txBody>
          <a:bodyPr wrap="square" lIns="0" tIns="0" rIns="0" bIns="0" anchor="t">
            <a:noAutofit/>
          </a:bodyPr>
          <a:lstStyle/>
          <a:p>
            <a:pPr algn="ctr">
              <a:buNone/>
              <a:defRPr sz="1500" b="0">
                <a:solidFill>
                  <a:srgbClr val="4B5563"/>
                </a:solidFill>
                <a:latin typeface="Helvetica Neue"/>
                <a:ea typeface="Helvetica Neue"/>
                <a:cs typeface="Helvetica Neue"/>
              </a:defRPr>
            </a:pPr>
            <a:endParaRPr sz="1600" b="0">
              <a:solidFill>
                <a:srgbClr val="4B5563"/>
              </a:solidFill>
              <a:latin typeface="Helvetica Neue"/>
              <a:ea typeface="Helvetica Neue"/>
              <a:cs typeface="Helvetica Neue"/>
            </a:endParaRPr>
          </a:p>
        </p:txBody>
      </p:sp>
      <p:sp>
        <p:nvSpPr>
          <p:cNvPr id="9" name="Straight Connector 8">
            <a:extLst>
              <a:ext uri="{FF2B5EF4-FFF2-40B4-BE49-F238E27FC236}">
                <a16:creationId xmlns:a16="http://schemas.microsoft.com/office/drawing/2014/main" id="{03C29BA0-F2E3-4BA7-8F35-62E24FA9258D}"/>
              </a:ext>
            </a:extLst>
          </p:cNvPr>
          <p:cNvSpPr>
            <a:spLocks noGrp="1"/>
          </p:cNvSpPr>
          <p:nvPr/>
        </p:nvSpPr>
        <p:spPr>
          <a:xfrm>
            <a:off x="7884641" y="5472361"/>
            <a:ext cx="3237469" cy="13823"/>
          </a:xfrm>
          <a:prstGeom prst="line">
            <a:avLst/>
          </a:prstGeom>
          <a:noFill/>
          <a:ln w="38100">
            <a:solidFill>
              <a:srgbClr val="03699B"/>
            </a:solidFill>
            <a:prstDash val="solid"/>
          </a:ln>
        </p:spPr>
        <p:txBody>
          <a:bodyPr/>
          <a:lstStyle/>
          <a:p>
            <a:endParaRPr/>
          </a:p>
        </p:txBody>
      </p:sp>
      <p:sp>
        <p:nvSpPr>
          <p:cNvPr id="10" name="Rectangle 9">
            <a:extLst>
              <a:ext uri="{FF2B5EF4-FFF2-40B4-BE49-F238E27FC236}">
                <a16:creationId xmlns:a16="http://schemas.microsoft.com/office/drawing/2014/main" id="{8CD27EA7-3633-441A-94CB-DB23ED9033D9}"/>
              </a:ext>
            </a:extLst>
          </p:cNvPr>
          <p:cNvSpPr>
            <a:spLocks noGrp="1"/>
          </p:cNvSpPr>
          <p:nvPr/>
        </p:nvSpPr>
        <p:spPr>
          <a:xfrm>
            <a:off x="7884640" y="5643826"/>
            <a:ext cx="3237470" cy="438150"/>
          </a:xfrm>
          <a:prstGeom prst="rect">
            <a:avLst/>
          </a:prstGeom>
          <a:noFill/>
          <a:ln w="0">
            <a:noFill/>
            <a:prstDash val="solid"/>
          </a:ln>
        </p:spPr>
        <p:txBody>
          <a:bodyPr wrap="square" lIns="0" tIns="0" rIns="0" bIns="0" anchor="t">
            <a:noAutofit/>
          </a:bodyPr>
          <a:lstStyle/>
          <a:p>
            <a:pPr algn="ctr">
              <a:buNone/>
              <a:defRPr sz="1650" b="1">
                <a:solidFill>
                  <a:srgbClr val="0B0B0B"/>
                </a:solidFill>
                <a:latin typeface="Helvetica Neue"/>
                <a:ea typeface="Helvetica Neue"/>
                <a:cs typeface="Helvetica Neue"/>
              </a:defRPr>
            </a:pPr>
            <a:r>
              <a:rPr b="1">
                <a:solidFill>
                  <a:srgbClr val="0B0B0B"/>
                </a:solidFill>
                <a:latin typeface="Helvetica Neue"/>
                <a:ea typeface="Helvetica Neue"/>
                <a:cs typeface="Helvetica Neue"/>
              </a:rPr>
              <a:t>Prove the circuit is de-energized before switching modes.</a:t>
            </a:r>
          </a:p>
        </p:txBody>
      </p:sp>
      <p:sp>
        <p:nvSpPr>
          <p:cNvPr id="13" name="Straight Connector 12">
            <a:extLst>
              <a:ext uri="{FF2B5EF4-FFF2-40B4-BE49-F238E27FC236}">
                <a16:creationId xmlns:a16="http://schemas.microsoft.com/office/drawing/2014/main" id="{820D9B77-9636-98B3-C492-4B8584333B94}"/>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pic>
        <p:nvPicPr>
          <p:cNvPr id="12" name="Picture 11">
            <a:extLst>
              <a:ext uri="{FF2B5EF4-FFF2-40B4-BE49-F238E27FC236}">
                <a16:creationId xmlns:a16="http://schemas.microsoft.com/office/drawing/2014/main" id="{012D49BA-F621-05DA-66A2-53253A1DBCA7}"/>
              </a:ext>
            </a:extLst>
          </p:cNvPr>
          <p:cNvPicPr>
            <a:picLocks noChangeAspect="1"/>
          </p:cNvPicPr>
          <p:nvPr/>
        </p:nvPicPr>
        <p:blipFill>
          <a:blip r:embed="rId3"/>
          <a:stretch>
            <a:fillRect/>
          </a:stretch>
        </p:blipFill>
        <p:spPr>
          <a:xfrm>
            <a:off x="666751" y="4095750"/>
            <a:ext cx="4991099" cy="2495550"/>
          </a:xfrm>
          <a:prstGeom prst="rect">
            <a:avLst/>
          </a:prstGeom>
        </p:spPr>
      </p:pic>
    </p:spTree>
    <p:extLst>
      <p:ext uri="{BB962C8B-B14F-4D97-AF65-F5344CB8AC3E}">
        <p14:creationId xmlns:p14="http://schemas.microsoft.com/office/powerpoint/2010/main" val="1067233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8BCAE5-52F4-427E-B8CC-52C9AA96BD81}"/>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buNone/>
              <a:defRPr sz="1100" b="1" cap="all">
                <a:solidFill>
                  <a:srgbClr val="006B9C"/>
                </a:solidFill>
                <a:latin typeface="Helvetica Neue"/>
                <a:ea typeface="Helvetica Neue"/>
                <a:cs typeface="Helvetica Neue"/>
              </a:defRPr>
            </a:pPr>
            <a:r>
              <a:rPr lang="en-US" sz="1100" b="1" cap="all" dirty="0">
                <a:solidFill>
                  <a:srgbClr val="006B9C"/>
                </a:solidFill>
              </a:rPr>
              <a:t>05</a:t>
            </a:r>
            <a:r>
              <a:rPr sz="1100" b="1" cap="all" dirty="0">
                <a:solidFill>
                  <a:srgbClr val="006B9C"/>
                </a:solidFill>
              </a:rPr>
              <a:t> </a:t>
            </a:r>
            <a:r>
              <a:rPr lang="en-US" sz="1100" b="1" cap="all" dirty="0">
                <a:solidFill>
                  <a:srgbClr val="006B9C"/>
                </a:solidFill>
              </a:rPr>
              <a:t>•</a:t>
            </a:r>
            <a:r>
              <a:rPr sz="1100" b="1" cap="all" dirty="0">
                <a:solidFill>
                  <a:srgbClr val="006B9C"/>
                </a:solidFill>
              </a:rPr>
              <a:t> MULTIMETERS - CONTINUITY</a:t>
            </a:r>
          </a:p>
        </p:txBody>
      </p:sp>
      <p:sp>
        <p:nvSpPr>
          <p:cNvPr id="2" name="Rectangle 1">
            <a:extLst>
              <a:ext uri="{FF2B5EF4-FFF2-40B4-BE49-F238E27FC236}">
                <a16:creationId xmlns:a16="http://schemas.microsoft.com/office/drawing/2014/main" id="{B252D96C-F1EF-488D-B4E0-95AFDBF71C30}"/>
              </a:ext>
            </a:extLst>
          </p:cNvPr>
          <p:cNvSpPr>
            <a:spLocks noGrp="1"/>
          </p:cNvSpPr>
          <p:nvPr/>
        </p:nvSpPr>
        <p:spPr>
          <a:xfrm>
            <a:off x="400049" y="571500"/>
            <a:ext cx="11475275"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Use continuity to answer binary path questions quickly.</a:t>
            </a:r>
          </a:p>
        </p:txBody>
      </p:sp>
      <p:sp>
        <p:nvSpPr>
          <p:cNvPr id="5" name="Rectangle 4">
            <a:extLst>
              <a:ext uri="{FF2B5EF4-FFF2-40B4-BE49-F238E27FC236}">
                <a16:creationId xmlns:a16="http://schemas.microsoft.com/office/drawing/2014/main" id="{06548781-D988-4418-BE69-278DF55F5A7D}"/>
              </a:ext>
            </a:extLst>
          </p:cNvPr>
          <p:cNvSpPr>
            <a:spLocks noGrp="1"/>
          </p:cNvSpPr>
          <p:nvPr/>
        </p:nvSpPr>
        <p:spPr>
          <a:xfrm>
            <a:off x="400050" y="1790700"/>
            <a:ext cx="333375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600" b="1">
                <a:solidFill>
                  <a:srgbClr val="03699B"/>
                </a:solidFill>
                <a:latin typeface="Helvetica Neue"/>
                <a:ea typeface="Helvetica Neue"/>
                <a:cs typeface="Helvetica Neue"/>
              </a:rPr>
              <a:t>EASY USE CASES</a:t>
            </a:r>
          </a:p>
        </p:txBody>
      </p:sp>
      <p:sp>
        <p:nvSpPr>
          <p:cNvPr id="6" name="Rectangle 5">
            <a:extLst>
              <a:ext uri="{FF2B5EF4-FFF2-40B4-BE49-F238E27FC236}">
                <a16:creationId xmlns:a16="http://schemas.microsoft.com/office/drawing/2014/main" id="{6A0AEA1E-B384-4408-AD59-6BF55DDF573F}"/>
              </a:ext>
            </a:extLst>
          </p:cNvPr>
          <p:cNvSpPr>
            <a:spLocks noGrp="1"/>
          </p:cNvSpPr>
          <p:nvPr/>
        </p:nvSpPr>
        <p:spPr>
          <a:xfrm>
            <a:off x="400050" y="2190750"/>
            <a:ext cx="5755821" cy="3347357"/>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Power connection: end-to-end on each wire in a harness.</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Harness pin: pin 3 here → pin 3 there.</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Fuse or switch: closed when commanded or pressed.</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Ground path: ground pin to ground pin.</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Connector path: when voltage is not the first question.</a:t>
            </a:r>
            <a:endParaRPr lang="en-US"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40507D30-864F-4BBF-9905-D504747D3C9F}"/>
              </a:ext>
            </a:extLst>
          </p:cNvPr>
          <p:cNvSpPr>
            <a:spLocks noGrp="1"/>
          </p:cNvSpPr>
          <p:nvPr/>
        </p:nvSpPr>
        <p:spPr>
          <a:xfrm>
            <a:off x="7231277" y="1857374"/>
            <a:ext cx="3425396" cy="3019425"/>
          </a:xfrm>
          <a:prstGeom prst="rect">
            <a:avLst/>
          </a:prstGeom>
          <a:solidFill>
            <a:srgbClr val="FFF0F0"/>
          </a:solidFill>
          <a:ln w="19050">
            <a:solidFill>
              <a:srgbClr val="C65353"/>
            </a:solidFill>
            <a:prstDash val="solid"/>
          </a:ln>
        </p:spPr>
        <p:txBody>
          <a:bodyPr wrap="square" lIns="95250" tIns="95250" rIns="95250" bIns="95250" anchor="t">
            <a:normAutofit/>
          </a:bodyPr>
          <a:lstStyle/>
          <a:p>
            <a:pPr algn="ctr">
              <a:buNone/>
              <a:defRPr sz="1950" b="1">
                <a:solidFill>
                  <a:srgbClr val="C65353"/>
                </a:solidFill>
                <a:latin typeface="Helvetica Neue"/>
                <a:ea typeface="Helvetica Neue"/>
                <a:cs typeface="Helvetica Neue"/>
              </a:defRPr>
            </a:pPr>
            <a:r>
              <a:rPr sz="1950" b="1" cap="all">
                <a:solidFill>
                  <a:srgbClr val="C00000"/>
                </a:solidFill>
                <a:latin typeface="Helvetica Neue"/>
                <a:ea typeface="Helvetica Neue"/>
                <a:cs typeface="Helvetica Neue"/>
              </a:rPr>
              <a:t>PATH CHECK</a:t>
            </a:r>
            <a:r>
              <a:rPr lang="en-US" sz="1950" b="1" cap="all">
                <a:solidFill>
                  <a:srgbClr val="C00000"/>
                </a:solidFill>
                <a:latin typeface="Helvetica Neue"/>
                <a:ea typeface="Helvetica Neue"/>
                <a:cs typeface="Helvetica Neue"/>
              </a:rPr>
              <a:t> </a:t>
            </a:r>
            <a:br>
              <a:rPr lang="en-US" sz="1950" b="1" cap="all">
                <a:solidFill>
                  <a:srgbClr val="C00000"/>
                </a:solidFill>
                <a:latin typeface="Helvetica Neue"/>
                <a:ea typeface="Helvetica Neue"/>
                <a:cs typeface="Helvetica Neue"/>
              </a:rPr>
            </a:br>
            <a:r>
              <a:rPr sz="1950" b="1" cap="all">
                <a:solidFill>
                  <a:srgbClr val="C00000"/>
                </a:solidFill>
                <a:latin typeface="Helvetica Neue"/>
                <a:ea typeface="Helvetica Neue"/>
                <a:cs typeface="Helvetica Neue"/>
              </a:rPr>
              <a:t>NOT A LOAD</a:t>
            </a:r>
            <a:r>
              <a:rPr lang="en-US" sz="1950" b="1" cap="all">
                <a:solidFill>
                  <a:srgbClr val="C00000"/>
                </a:solidFill>
                <a:latin typeface="Helvetica Neue"/>
                <a:ea typeface="Helvetica Neue"/>
                <a:cs typeface="Helvetica Neue"/>
              </a:rPr>
              <a:t> </a:t>
            </a:r>
            <a:r>
              <a:rPr sz="1950" b="1" cap="all">
                <a:solidFill>
                  <a:srgbClr val="C00000"/>
                </a:solidFill>
                <a:latin typeface="Helvetica Neue"/>
                <a:ea typeface="Helvetica Neue"/>
                <a:cs typeface="Helvetica Neue"/>
              </a:rPr>
              <a:t>TEST</a:t>
            </a:r>
            <a:endParaRPr lang="en-US" sz="1950" b="1" cap="all">
              <a:solidFill>
                <a:srgbClr val="C00000"/>
              </a:solidFill>
              <a:latin typeface="Helvetica Neue"/>
              <a:ea typeface="Helvetica Neue"/>
              <a:cs typeface="Helvetica Neue"/>
            </a:endParaRPr>
          </a:p>
          <a:p>
            <a:pPr algn="ctr">
              <a:defRPr sz="1950" b="1">
                <a:solidFill>
                  <a:srgbClr val="C65353"/>
                </a:solidFill>
                <a:latin typeface="Helvetica Neue"/>
                <a:ea typeface="Helvetica Neue"/>
                <a:cs typeface="Helvetica Neue"/>
              </a:defRPr>
            </a:pPr>
            <a:endParaRPr lang="en-US" sz="2000">
              <a:solidFill>
                <a:srgbClr val="C00000"/>
              </a:solidFill>
              <a:latin typeface="Helvetica Neue"/>
              <a:ea typeface="Helvetica Neue"/>
              <a:cs typeface="Helvetica Neue"/>
            </a:endParaRPr>
          </a:p>
          <a:p>
            <a:pPr algn="ctr">
              <a:defRPr sz="1950" b="1">
                <a:solidFill>
                  <a:srgbClr val="C65353"/>
                </a:solidFill>
                <a:latin typeface="Helvetica Neue"/>
                <a:ea typeface="Helvetica Neue"/>
                <a:cs typeface="Helvetica Neue"/>
              </a:defRPr>
            </a:pPr>
            <a:r>
              <a:rPr lang="en-US" sz="2000">
                <a:solidFill>
                  <a:srgbClr val="C00000"/>
                </a:solidFill>
                <a:latin typeface="Helvetica Neue"/>
                <a:ea typeface="Helvetica Neue"/>
                <a:cs typeface="Helvetica Neue"/>
              </a:rPr>
              <a:t>Continuity is a fast yes / no check. Keep both probes on de-energized points and ask one path question at a time.</a:t>
            </a:r>
          </a:p>
          <a:p>
            <a:pPr algn="ctr">
              <a:buNone/>
              <a:defRPr sz="1950" b="1">
                <a:solidFill>
                  <a:srgbClr val="C65353"/>
                </a:solidFill>
                <a:latin typeface="Helvetica Neue"/>
                <a:ea typeface="Helvetica Neue"/>
                <a:cs typeface="Helvetica Neue"/>
              </a:defRPr>
            </a:pPr>
            <a:endParaRPr sz="1950" b="1" cap="all">
              <a:solidFill>
                <a:srgbClr val="C00000"/>
              </a:solidFill>
              <a:latin typeface="Helvetica Neue"/>
              <a:ea typeface="Helvetica Neue"/>
              <a:cs typeface="Helvetica Neue"/>
            </a:endParaRPr>
          </a:p>
        </p:txBody>
      </p:sp>
      <p:sp>
        <p:nvSpPr>
          <p:cNvPr id="9" name="Straight Connector 8">
            <a:extLst>
              <a:ext uri="{FF2B5EF4-FFF2-40B4-BE49-F238E27FC236}">
                <a16:creationId xmlns:a16="http://schemas.microsoft.com/office/drawing/2014/main" id="{03C29BA0-F2E3-4BA7-8F35-62E24FA9258D}"/>
              </a:ext>
            </a:extLst>
          </p:cNvPr>
          <p:cNvSpPr>
            <a:spLocks noGrp="1"/>
          </p:cNvSpPr>
          <p:nvPr/>
        </p:nvSpPr>
        <p:spPr>
          <a:xfrm>
            <a:off x="7810500" y="5048250"/>
            <a:ext cx="2667000" cy="0"/>
          </a:xfrm>
          <a:prstGeom prst="line">
            <a:avLst/>
          </a:prstGeom>
          <a:noFill/>
          <a:ln w="38100">
            <a:solidFill>
              <a:srgbClr val="03699B"/>
            </a:solidFill>
            <a:prstDash val="solid"/>
          </a:ln>
        </p:spPr>
        <p:txBody>
          <a:bodyPr/>
          <a:lstStyle/>
          <a:p>
            <a:endParaRPr/>
          </a:p>
        </p:txBody>
      </p:sp>
      <p:sp>
        <p:nvSpPr>
          <p:cNvPr id="10" name="Rectangle 9">
            <a:extLst>
              <a:ext uri="{FF2B5EF4-FFF2-40B4-BE49-F238E27FC236}">
                <a16:creationId xmlns:a16="http://schemas.microsoft.com/office/drawing/2014/main" id="{8CD27EA7-3633-441A-94CB-DB23ED9033D9}"/>
              </a:ext>
            </a:extLst>
          </p:cNvPr>
          <p:cNvSpPr>
            <a:spLocks noGrp="1"/>
          </p:cNvSpPr>
          <p:nvPr/>
        </p:nvSpPr>
        <p:spPr>
          <a:xfrm>
            <a:off x="7810500" y="5219700"/>
            <a:ext cx="2667000" cy="438150"/>
          </a:xfrm>
          <a:prstGeom prst="rect">
            <a:avLst/>
          </a:prstGeom>
          <a:noFill/>
          <a:ln w="0">
            <a:noFill/>
            <a:prstDash val="solid"/>
          </a:ln>
        </p:spPr>
        <p:txBody>
          <a:bodyPr wrap="square" lIns="0" tIns="0" rIns="0" bIns="0" anchor="t">
            <a:noAutofit/>
          </a:bodyPr>
          <a:lstStyle/>
          <a:p>
            <a:pPr algn="ctr">
              <a:buNone/>
              <a:defRPr sz="1650" b="1">
                <a:solidFill>
                  <a:srgbClr val="0B0B0B"/>
                </a:solidFill>
                <a:latin typeface="Helvetica Neue"/>
                <a:ea typeface="Helvetica Neue"/>
                <a:cs typeface="Helvetica Neue"/>
              </a:defRPr>
            </a:pPr>
            <a:r>
              <a:rPr b="1">
                <a:solidFill>
                  <a:srgbClr val="0B0B0B"/>
                </a:solidFill>
                <a:latin typeface="Helvetica Neue"/>
                <a:ea typeface="Helvetica Neue"/>
                <a:cs typeface="Helvetica Neue"/>
              </a:rPr>
              <a:t>A good tone tells you the path is connected—not why the circuit works.</a:t>
            </a:r>
          </a:p>
        </p:txBody>
      </p:sp>
      <p:pic>
        <p:nvPicPr>
          <p:cNvPr id="23" name="Picture 11"/>
          <p:cNvPicPr>
            <a:picLocks noChangeAspect="1"/>
          </p:cNvPicPr>
          <p:nvPr/>
        </p:nvPicPr>
        <p:blipFill>
          <a:blip r:embed="rId3"/>
          <a:srcRect t="6000" b="12886"/>
          <a:stretch>
            <a:fillRect/>
          </a:stretch>
        </p:blipFill>
        <p:spPr>
          <a:xfrm>
            <a:off x="1748050" y="3933263"/>
            <a:ext cx="3115368" cy="2577354"/>
          </a:xfrm>
          <a:prstGeom prst="rect">
            <a:avLst/>
          </a:prstGeom>
        </p:spPr>
      </p:pic>
      <p:sp>
        <p:nvSpPr>
          <p:cNvPr id="13" name="Straight Connector 12">
            <a:extLst>
              <a:ext uri="{FF2B5EF4-FFF2-40B4-BE49-F238E27FC236}">
                <a16:creationId xmlns:a16="http://schemas.microsoft.com/office/drawing/2014/main" id="{820D9B77-9636-98B3-C492-4B8584333B94}"/>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747554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8BCAE5-52F4-427E-B8CC-52C9AA96BD81}"/>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buNone/>
              <a:defRPr sz="1100" b="1" cap="all">
                <a:solidFill>
                  <a:srgbClr val="006B9C"/>
                </a:solidFill>
                <a:latin typeface="Helvetica Neue"/>
                <a:ea typeface="Helvetica Neue"/>
                <a:cs typeface="Helvetica Neue"/>
              </a:defRPr>
            </a:pPr>
            <a:r>
              <a:rPr lang="en-US" sz="1100" b="1" cap="all" dirty="0">
                <a:solidFill>
                  <a:srgbClr val="006B9C"/>
                </a:solidFill>
              </a:rPr>
              <a:t>05</a:t>
            </a:r>
            <a:r>
              <a:rPr sz="1100" b="1" cap="all" dirty="0">
                <a:solidFill>
                  <a:srgbClr val="006B9C"/>
                </a:solidFill>
              </a:rPr>
              <a:t> </a:t>
            </a:r>
            <a:r>
              <a:rPr lang="en-US" sz="1100" b="1" cap="all" dirty="0">
                <a:solidFill>
                  <a:srgbClr val="006B9C"/>
                </a:solidFill>
              </a:rPr>
              <a:t>•</a:t>
            </a:r>
            <a:r>
              <a:rPr sz="1100" b="1" cap="all" dirty="0">
                <a:solidFill>
                  <a:srgbClr val="006B9C"/>
                </a:solidFill>
              </a:rPr>
              <a:t> MULTIMETERS - CONTINUITY</a:t>
            </a:r>
          </a:p>
        </p:txBody>
      </p:sp>
      <p:sp>
        <p:nvSpPr>
          <p:cNvPr id="2" name="Rectangle 1">
            <a:extLst>
              <a:ext uri="{FF2B5EF4-FFF2-40B4-BE49-F238E27FC236}">
                <a16:creationId xmlns:a16="http://schemas.microsoft.com/office/drawing/2014/main" id="{B252D96C-F1EF-488D-B4E0-95AFDBF71C30}"/>
              </a:ext>
            </a:extLst>
          </p:cNvPr>
          <p:cNvSpPr>
            <a:spLocks noGrp="1"/>
          </p:cNvSpPr>
          <p:nvPr/>
        </p:nvSpPr>
        <p:spPr>
          <a:xfrm>
            <a:off x="400049" y="571500"/>
            <a:ext cx="11475275"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When a cable is too tight to trace, let continuity do the walking.</a:t>
            </a:r>
          </a:p>
        </p:txBody>
      </p:sp>
      <p:sp>
        <p:nvSpPr>
          <p:cNvPr id="5" name="Rectangle 4">
            <a:extLst>
              <a:ext uri="{FF2B5EF4-FFF2-40B4-BE49-F238E27FC236}">
                <a16:creationId xmlns:a16="http://schemas.microsoft.com/office/drawing/2014/main" id="{06548781-D988-4418-BE69-278DF55F5A7D}"/>
              </a:ext>
            </a:extLst>
          </p:cNvPr>
          <p:cNvSpPr>
            <a:spLocks noGrp="1"/>
          </p:cNvSpPr>
          <p:nvPr/>
        </p:nvSpPr>
        <p:spPr>
          <a:xfrm>
            <a:off x="400050" y="1790700"/>
            <a:ext cx="333375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lang="en-US" sz="1600" b="1">
                <a:solidFill>
                  <a:srgbClr val="03699B"/>
                </a:solidFill>
                <a:latin typeface="Helvetica Neue"/>
                <a:ea typeface="Helvetica Neue"/>
                <a:cs typeface="Helvetica Neue"/>
              </a:rPr>
              <a:t>A PROT TIP FOR TRACING WIRES</a:t>
            </a:r>
            <a:endParaRPr sz="1600" b="1">
              <a:solidFill>
                <a:srgbClr val="03699B"/>
              </a:solidFill>
              <a:latin typeface="Helvetica Neue"/>
              <a:ea typeface="Helvetica Neue"/>
              <a:cs typeface="Helvetica Neue"/>
            </a:endParaRPr>
          </a:p>
        </p:txBody>
      </p:sp>
      <p:sp>
        <p:nvSpPr>
          <p:cNvPr id="6" name="Rectangle 5">
            <a:extLst>
              <a:ext uri="{FF2B5EF4-FFF2-40B4-BE49-F238E27FC236}">
                <a16:creationId xmlns:a16="http://schemas.microsoft.com/office/drawing/2014/main" id="{6A0AEA1E-B384-4408-AD59-6BF55DDF573F}"/>
              </a:ext>
            </a:extLst>
          </p:cNvPr>
          <p:cNvSpPr>
            <a:spLocks noGrp="1"/>
          </p:cNvSpPr>
          <p:nvPr/>
        </p:nvSpPr>
        <p:spPr>
          <a:xfrm>
            <a:off x="400050" y="2190750"/>
            <a:ext cx="6495020" cy="1285875"/>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Pick one reference conductor—often ground.</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Probe one end, then find the same conductor at the other end.</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Tone = same continuous path.</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No tone / OL = wrong pin or broken conductor.</a:t>
            </a:r>
            <a:endParaRPr lang="en-US" b="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b="0">
                <a:solidFill>
                  <a:srgbClr val="0B0B0B"/>
                </a:solidFill>
                <a:latin typeface="Helvetica Neue"/>
                <a:ea typeface="Helvetica Neue"/>
                <a:cs typeface="Helvetica Neue"/>
              </a:rPr>
              <a:t>On a harness, repeat pin-to-pin from the drawing.</a:t>
            </a:r>
            <a:endParaRPr lang="en-US"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40507D30-864F-4BBF-9905-D504747D3C9F}"/>
              </a:ext>
            </a:extLst>
          </p:cNvPr>
          <p:cNvSpPr>
            <a:spLocks noGrp="1"/>
          </p:cNvSpPr>
          <p:nvPr/>
        </p:nvSpPr>
        <p:spPr>
          <a:xfrm>
            <a:off x="7030995" y="2057399"/>
            <a:ext cx="4065373" cy="1773191"/>
          </a:xfrm>
          <a:prstGeom prst="rect">
            <a:avLst/>
          </a:prstGeom>
          <a:solidFill>
            <a:srgbClr val="FFF0F0"/>
          </a:solidFill>
          <a:ln w="19050">
            <a:solidFill>
              <a:srgbClr val="C65353"/>
            </a:solidFill>
            <a:prstDash val="solid"/>
          </a:ln>
        </p:spPr>
        <p:txBody>
          <a:bodyPr wrap="square" lIns="95250" tIns="95250" rIns="95250" bIns="95250" anchor="ctr">
            <a:normAutofit/>
          </a:bodyPr>
          <a:lstStyle/>
          <a:p>
            <a:pPr algn="ctr">
              <a:buNone/>
              <a:defRPr sz="1950" b="1">
                <a:solidFill>
                  <a:srgbClr val="C65353"/>
                </a:solidFill>
                <a:latin typeface="Helvetica Neue"/>
                <a:ea typeface="Helvetica Neue"/>
                <a:cs typeface="Helvetica Neue"/>
              </a:defRPr>
            </a:pPr>
            <a:r>
              <a:rPr sz="1950" b="1">
                <a:solidFill>
                  <a:srgbClr val="C00000"/>
                </a:solidFill>
                <a:latin typeface="Helvetica Neue"/>
                <a:ea typeface="Helvetica Neue"/>
                <a:cs typeface="Helvetica Neue"/>
              </a:rPr>
              <a:t>GROUND →</a:t>
            </a:r>
            <a:r>
              <a:rPr lang="en-US" sz="1950" b="1">
                <a:solidFill>
                  <a:srgbClr val="C00000"/>
                </a:solidFill>
                <a:latin typeface="Helvetica Neue"/>
                <a:ea typeface="Helvetica Neue"/>
                <a:cs typeface="Helvetica Neue"/>
              </a:rPr>
              <a:t> </a:t>
            </a:r>
            <a:r>
              <a:rPr sz="1950" b="1">
                <a:solidFill>
                  <a:srgbClr val="C00000"/>
                </a:solidFill>
                <a:latin typeface="Helvetica Neue"/>
                <a:ea typeface="Helvetica Neue"/>
                <a:cs typeface="Helvetica Neue"/>
              </a:rPr>
              <a:t>GROUND</a:t>
            </a:r>
            <a:endParaRPr lang="en-US" sz="1950" b="1">
              <a:solidFill>
                <a:srgbClr val="C00000"/>
              </a:solidFill>
              <a:latin typeface="Helvetica Neue"/>
              <a:ea typeface="Helvetica Neue"/>
              <a:cs typeface="Helvetica Neue"/>
            </a:endParaRPr>
          </a:p>
          <a:p>
            <a:pPr algn="ctr">
              <a:buNone/>
              <a:defRPr sz="1950" b="1">
                <a:solidFill>
                  <a:srgbClr val="C65353"/>
                </a:solidFill>
                <a:latin typeface="Helvetica Neue"/>
                <a:ea typeface="Helvetica Neue"/>
                <a:cs typeface="Helvetica Neue"/>
              </a:defRPr>
            </a:pPr>
            <a:endParaRPr lang="en-US" sz="1950" b="1">
              <a:solidFill>
                <a:srgbClr val="C00000"/>
              </a:solidFill>
              <a:latin typeface="Helvetica Neue"/>
              <a:ea typeface="Helvetica Neue"/>
              <a:cs typeface="Helvetica Neue"/>
            </a:endParaRPr>
          </a:p>
          <a:p>
            <a:pPr algn="ctr">
              <a:defRPr sz="1950" b="1">
                <a:solidFill>
                  <a:srgbClr val="C65353"/>
                </a:solidFill>
                <a:latin typeface="Helvetica Neue"/>
                <a:ea typeface="Helvetica Neue"/>
                <a:cs typeface="Helvetica Neue"/>
              </a:defRPr>
            </a:pPr>
            <a:r>
              <a:rPr lang="en-US" sz="2000">
                <a:solidFill>
                  <a:srgbClr val="C00000"/>
                </a:solidFill>
                <a:latin typeface="Helvetica Neue"/>
                <a:ea typeface="Helvetica Neue"/>
                <a:cs typeface="Helvetica Neue"/>
              </a:rPr>
              <a:t>USB, video, or harness: continuity lets the meter trace what your eyes cannot. </a:t>
            </a:r>
            <a:endParaRPr sz="1950" b="1">
              <a:solidFill>
                <a:srgbClr val="C00000"/>
              </a:solidFill>
              <a:latin typeface="Helvetica Neue"/>
              <a:ea typeface="Helvetica Neue"/>
              <a:cs typeface="Helvetica Neue"/>
            </a:endParaRPr>
          </a:p>
        </p:txBody>
      </p:sp>
      <p:sp>
        <p:nvSpPr>
          <p:cNvPr id="9" name="Straight Connector 8">
            <a:extLst>
              <a:ext uri="{FF2B5EF4-FFF2-40B4-BE49-F238E27FC236}">
                <a16:creationId xmlns:a16="http://schemas.microsoft.com/office/drawing/2014/main" id="{03C29BA0-F2E3-4BA7-8F35-62E24FA9258D}"/>
              </a:ext>
            </a:extLst>
          </p:cNvPr>
          <p:cNvSpPr>
            <a:spLocks noGrp="1"/>
          </p:cNvSpPr>
          <p:nvPr/>
        </p:nvSpPr>
        <p:spPr>
          <a:xfrm>
            <a:off x="6837920" y="5043757"/>
            <a:ext cx="4612160" cy="10128"/>
          </a:xfrm>
          <a:prstGeom prst="line">
            <a:avLst/>
          </a:prstGeom>
          <a:noFill/>
          <a:ln w="38100">
            <a:solidFill>
              <a:srgbClr val="03699B"/>
            </a:solidFill>
            <a:prstDash val="solid"/>
          </a:ln>
        </p:spPr>
        <p:txBody>
          <a:bodyPr/>
          <a:lstStyle/>
          <a:p>
            <a:endParaRPr/>
          </a:p>
        </p:txBody>
      </p:sp>
      <p:sp>
        <p:nvSpPr>
          <p:cNvPr id="10" name="Rectangle 9">
            <a:extLst>
              <a:ext uri="{FF2B5EF4-FFF2-40B4-BE49-F238E27FC236}">
                <a16:creationId xmlns:a16="http://schemas.microsoft.com/office/drawing/2014/main" id="{8CD27EA7-3633-441A-94CB-DB23ED9033D9}"/>
              </a:ext>
            </a:extLst>
          </p:cNvPr>
          <p:cNvSpPr>
            <a:spLocks noGrp="1"/>
          </p:cNvSpPr>
          <p:nvPr/>
        </p:nvSpPr>
        <p:spPr>
          <a:xfrm>
            <a:off x="6647935" y="5264114"/>
            <a:ext cx="4992130" cy="393735"/>
          </a:xfrm>
          <a:prstGeom prst="rect">
            <a:avLst/>
          </a:prstGeom>
          <a:noFill/>
          <a:ln w="0">
            <a:noFill/>
            <a:prstDash val="solid"/>
          </a:ln>
        </p:spPr>
        <p:txBody>
          <a:bodyPr wrap="square" lIns="0" tIns="0" rIns="0" bIns="0" anchor="t">
            <a:noAutofit/>
          </a:bodyPr>
          <a:lstStyle/>
          <a:p>
            <a:pPr algn="ctr">
              <a:buNone/>
              <a:defRPr sz="1650" b="1">
                <a:solidFill>
                  <a:srgbClr val="0B0B0B"/>
                </a:solidFill>
                <a:latin typeface="Helvetica Neue"/>
                <a:ea typeface="Helvetica Neue"/>
                <a:cs typeface="Helvetica Neue"/>
              </a:defRPr>
            </a:pPr>
            <a:r>
              <a:rPr b="1">
                <a:solidFill>
                  <a:srgbClr val="0B0B0B"/>
                </a:solidFill>
                <a:latin typeface="Helvetica Neue"/>
                <a:ea typeface="Helvetica Neue"/>
                <a:cs typeface="Helvetica Neue"/>
              </a:rPr>
              <a:t>Start with one known conductor. Once you find it, the rest of the cable gets easier.</a:t>
            </a:r>
          </a:p>
        </p:txBody>
      </p:sp>
      <p:sp>
        <p:nvSpPr>
          <p:cNvPr id="13" name="Straight Connector 12">
            <a:extLst>
              <a:ext uri="{FF2B5EF4-FFF2-40B4-BE49-F238E27FC236}">
                <a16:creationId xmlns:a16="http://schemas.microsoft.com/office/drawing/2014/main" id="{820D9B77-9636-98B3-C492-4B8584333B94}"/>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pic>
        <p:nvPicPr>
          <p:cNvPr id="24" name="Picture 23"/>
          <p:cNvPicPr>
            <a:picLocks noChangeAspect="1"/>
          </p:cNvPicPr>
          <p:nvPr/>
        </p:nvPicPr>
        <p:blipFill>
          <a:blip r:embed="rId3"/>
          <a:srcRect l="28509" t="36072" r="2104" b="-14061"/>
          <a:stretch>
            <a:fillRect/>
          </a:stretch>
        </p:blipFill>
        <p:spPr>
          <a:xfrm>
            <a:off x="741920" y="4038704"/>
            <a:ext cx="4420630" cy="2796385"/>
          </a:xfrm>
          <a:prstGeom prst="rect">
            <a:avLst/>
          </a:prstGeom>
        </p:spPr>
      </p:pic>
    </p:spTree>
    <p:extLst>
      <p:ext uri="{BB962C8B-B14F-4D97-AF65-F5344CB8AC3E}">
        <p14:creationId xmlns:p14="http://schemas.microsoft.com/office/powerpoint/2010/main" val="1209281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1773936" y="3794760"/>
            <a:ext cx="2194560" cy="2194560"/>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dirty="0">
                <a:solidFill>
                  <a:srgbClr val="03699B"/>
                </a:solidFill>
                <a:ea typeface="Helvetica Neue"/>
                <a:cs typeface="Helvetica Neue"/>
              </a:rPr>
              <a:t>05 • MULTIMETERS - 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Set the meter before the probes touch.</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622927"/>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1851974"/>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Black lead in COM; red lead in the correct jack.</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Choose AC, DC, resistance, or continuity first.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Remove power for resistance and continuity.</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Use battery presets only when labels match.</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096000" y="1622927"/>
            <a:ext cx="5687568"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096000" y="1856232"/>
            <a:ext cx="5687568" cy="3931920"/>
          </a:xfrm>
          <a:prstGeom prst="rect">
            <a:avLst/>
          </a:prstGeom>
          <a:noFill/>
          <a:ln w="0">
            <a:noFill/>
            <a:prstDash val="solid"/>
          </a:ln>
        </p:spPr>
        <p:txBody>
          <a:bodyPr wrap="square" lIns="0" tIns="0" rIns="0" bIns="0" anchor="t">
            <a:normAutofit/>
          </a:bodyPr>
          <a:lstStyle/>
          <a:p>
            <a:pPr marL="285750" indent="-28575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How would you test 24 VDC?</a:t>
            </a:r>
          </a:p>
          <a:p>
            <a:pPr marL="285750" indent="-28575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How would you test a 3.2 V coin cell?</a:t>
            </a:r>
          </a:p>
          <a:p>
            <a:pPr marL="285750" indent="-28575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can a wrong red-lead terminal cause?</a:t>
            </a:r>
            <a:endParaRPr lang="en-US" sz="1575" b="0">
              <a:solidFill>
                <a:srgbClr val="0B0B0B"/>
              </a:solidFill>
              <a:latin typeface="Helvetica Neue"/>
              <a:ea typeface="Helvetica Neue"/>
              <a:cs typeface="Helvetica Neue"/>
            </a:endParaRPr>
          </a:p>
          <a:p>
            <a:pPr marL="285750" lvl="0" indent="-285750">
              <a:buFont typeface="Arial" panose="020B0604020202020204" pitchFamily="34" charset="0"/>
              <a:buChar char="•"/>
            </a:pPr>
            <a:r>
              <a:rPr lang="en-US" sz="1600"/>
              <a:t>What does OL tell you when testing continuity?</a:t>
            </a:r>
          </a:p>
          <a:p>
            <a:pPr marL="285750" lvl="0" indent="-285750">
              <a:buFont typeface="Arial" panose="020B0604020202020204" pitchFamily="34" charset="0"/>
              <a:buChar char="•"/>
            </a:pPr>
            <a:r>
              <a:rPr lang="en-US" sz="1600"/>
              <a:t>Why must power be off before using resistance or continuity mode?</a:t>
            </a:r>
          </a:p>
          <a:p>
            <a:pPr marL="285750" lvl="0" indent="-285750">
              <a:buFont typeface="Arial" panose="020B0604020202020204" pitchFamily="34" charset="0"/>
              <a:buChar char="•"/>
            </a:pPr>
            <a:r>
              <a:rPr lang="en-US" sz="1600"/>
              <a:t>A harness wire reads OL end-to-end. What are two possible causes?</a:t>
            </a:r>
          </a:p>
          <a:p>
            <a:pPr marL="285750" lvl="0" indent="-285750">
              <a:buFont typeface="Arial" panose="020B0604020202020204" pitchFamily="34" charset="0"/>
              <a:buChar char="•"/>
            </a:pPr>
            <a:r>
              <a:rPr lang="en-US" sz="1600"/>
              <a:t>Does a continuity beep prove the connection can carry the equipment’s normal load?</a:t>
            </a:r>
          </a:p>
          <a:p>
            <a:pPr algn="l">
              <a:buNone/>
              <a:defRPr sz="1575" b="0">
                <a:solidFill>
                  <a:srgbClr val="0B0B0B"/>
                </a:solidFill>
                <a:latin typeface="Helvetica Neue"/>
                <a:ea typeface="Helvetica Neue"/>
                <a:cs typeface="Helvetica Neue"/>
              </a:defRPr>
            </a:pPr>
            <a:endParaRPr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Function, terminals, expected value, reference point—then probes.</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200072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C5A8C"/>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53CD76-B09E-F7A0-66DC-56182F3B4E0A}"/>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a:solidFill>
                  <a:srgbClr val="4FC3E7"/>
                </a:solidFill>
                <a:latin typeface="Helvetica Neue"/>
                <a:ea typeface="Helvetica Neue"/>
                <a:cs typeface="Helvetica Neue"/>
              </a:rPr>
              <a:t>SECTION 06</a:t>
            </a:r>
          </a:p>
          <a:p>
            <a:pPr algn="ctr">
              <a:spcAft>
                <a:spcPts val="18"/>
              </a:spcAft>
              <a:buNone/>
              <a:defRPr>
                <a:latin typeface="Helvetica Neue"/>
                <a:ea typeface="Helvetica Neue"/>
                <a:cs typeface="Helvetica Neue"/>
              </a:defRPr>
            </a:pPr>
            <a:r>
              <a:rPr sz="4800" b="1">
                <a:solidFill>
                  <a:srgbClr val="FFFFFF"/>
                </a:solidFill>
                <a:latin typeface="Helvetica Neue"/>
                <a:ea typeface="Helvetica Neue"/>
                <a:cs typeface="Helvetica Neue"/>
              </a:rPr>
              <a:t>Wiring Diagrams</a:t>
            </a:r>
          </a:p>
          <a:p>
            <a:pPr algn="ctr">
              <a:buNone/>
              <a:defRPr>
                <a:latin typeface="Helvetica Neue"/>
                <a:ea typeface="Helvetica Neue"/>
                <a:cs typeface="Helvetica Neue"/>
              </a:defRPr>
            </a:pPr>
            <a:r>
              <a:rPr sz="2300">
                <a:solidFill>
                  <a:srgbClr val="CDECF7"/>
                </a:solidFill>
                <a:latin typeface="Helvetica Neue"/>
                <a:ea typeface="Helvetica Neue"/>
                <a:cs typeface="Helvetica Neue"/>
              </a:rPr>
              <a:t>Read the map. Then prove it on the cabinet.</a:t>
            </a:r>
          </a:p>
        </p:txBody>
      </p:sp>
    </p:spTree>
    <p:extLst>
      <p:ext uri="{BB962C8B-B14F-4D97-AF65-F5344CB8AC3E}">
        <p14:creationId xmlns:p14="http://schemas.microsoft.com/office/powerpoint/2010/main" val="3715690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0467DD-4354-4E8B-AEED-45045897B96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BEFORE YOU TRACE</a:t>
            </a:r>
          </a:p>
        </p:txBody>
      </p:sp>
      <p:sp>
        <p:nvSpPr>
          <p:cNvPr id="2" name="Rectangle 1">
            <a:extLst>
              <a:ext uri="{FF2B5EF4-FFF2-40B4-BE49-F238E27FC236}">
                <a16:creationId xmlns:a16="http://schemas.microsoft.com/office/drawing/2014/main" id="{6A86973A-A6E3-45C8-B1B0-42DDB48DD096}"/>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Match the drawing to the cabinet before you test.</a:t>
            </a:r>
            <a:endParaRPr sz="2850" b="1">
              <a:solidFill>
                <a:srgbClr val="0B0B0B"/>
              </a:solidFill>
              <a:latin typeface="Helvetica Neue"/>
              <a:ea typeface="Helvetica Neue"/>
              <a:cs typeface="Helvetica Neue"/>
            </a:endParaRPr>
          </a:p>
        </p:txBody>
      </p:sp>
      <p:pic>
        <p:nvPicPr>
          <p:cNvPr id="20" name="Picture 16"/>
          <p:cNvPicPr>
            <a:picLocks noChangeAspect="1"/>
          </p:cNvPicPr>
          <p:nvPr/>
        </p:nvPicPr>
        <p:blipFill rotWithShape="1">
          <a:blip r:embed="rId3"/>
          <a:srcRect l="23093" t="10731" r="23049" b="7544"/>
          <a:stretch>
            <a:fillRect/>
          </a:stretch>
        </p:blipFill>
        <p:spPr>
          <a:xfrm>
            <a:off x="470612" y="1733550"/>
            <a:ext cx="1859125" cy="3714750"/>
          </a:xfrm>
          <a:prstGeom prst="rect">
            <a:avLst/>
          </a:prstGeom>
        </p:spPr>
      </p:pic>
      <p:sp>
        <p:nvSpPr>
          <p:cNvPr id="6" name="Rectangle 5">
            <a:extLst>
              <a:ext uri="{FF2B5EF4-FFF2-40B4-BE49-F238E27FC236}">
                <a16:creationId xmlns:a16="http://schemas.microsoft.com/office/drawing/2014/main" id="{FDFD9D2F-5E9D-46CF-90F0-CE0CC80FE49D}"/>
              </a:ext>
            </a:extLst>
          </p:cNvPr>
          <p:cNvSpPr>
            <a:spLocks noGrp="1"/>
          </p:cNvSpPr>
          <p:nvPr/>
        </p:nvSpPr>
        <p:spPr>
          <a:xfrm>
            <a:off x="400050" y="5753100"/>
            <a:ext cx="2000250" cy="209550"/>
          </a:xfrm>
          <a:prstGeom prst="rect">
            <a:avLst/>
          </a:prstGeom>
          <a:noFill/>
          <a:ln w="0">
            <a:noFill/>
            <a:prstDash val="solid"/>
          </a:ln>
        </p:spPr>
        <p:txBody>
          <a:bodyPr wrap="square" lIns="0" tIns="0" rIns="0" bIns="0" anchor="t">
            <a:noAutofit/>
          </a:bodyPr>
          <a:lstStyle/>
          <a:p>
            <a:pPr algn="ctr">
              <a:buNone/>
              <a:defRPr sz="1050" b="1">
                <a:solidFill>
                  <a:srgbClr val="03699B"/>
                </a:solidFill>
                <a:latin typeface="Helvetica Neue"/>
                <a:ea typeface="Helvetica Neue"/>
                <a:cs typeface="Helvetica Neue"/>
              </a:defRPr>
            </a:pPr>
            <a:r>
              <a:rPr sz="1050" b="1">
                <a:solidFill>
                  <a:srgbClr val="03699B"/>
                </a:solidFill>
                <a:latin typeface="Helvetica Neue"/>
                <a:ea typeface="Helvetica Neue"/>
                <a:cs typeface="Helvetica Neue"/>
              </a:rPr>
              <a:t>REFERENCE CABINET</a:t>
            </a:r>
          </a:p>
        </p:txBody>
      </p:sp>
      <p:sp>
        <p:nvSpPr>
          <p:cNvPr id="7" name="Rectangle 6">
            <a:extLst>
              <a:ext uri="{FF2B5EF4-FFF2-40B4-BE49-F238E27FC236}">
                <a16:creationId xmlns:a16="http://schemas.microsoft.com/office/drawing/2014/main" id="{5291987A-06B2-4B2B-A9BD-3CADF48C3E34}"/>
              </a:ext>
            </a:extLst>
          </p:cNvPr>
          <p:cNvSpPr>
            <a:spLocks noGrp="1"/>
          </p:cNvSpPr>
          <p:nvPr/>
        </p:nvSpPr>
        <p:spPr>
          <a:xfrm>
            <a:off x="400050" y="5981700"/>
            <a:ext cx="2000250" cy="209550"/>
          </a:xfrm>
          <a:prstGeom prst="rect">
            <a:avLst/>
          </a:prstGeom>
          <a:noFill/>
          <a:ln w="0">
            <a:noFill/>
            <a:prstDash val="solid"/>
          </a:ln>
        </p:spPr>
        <p:txBody>
          <a:bodyPr wrap="square" lIns="0" tIns="0" rIns="0" bIns="0" anchor="t">
            <a:noAutofit/>
          </a:bodyPr>
          <a:lstStyle/>
          <a:p>
            <a:pPr algn="ctr">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IGT Universal Slant</a:t>
            </a:r>
          </a:p>
        </p:txBody>
      </p:sp>
      <p:sp>
        <p:nvSpPr>
          <p:cNvPr id="8" name="Rectangle 7">
            <a:extLst>
              <a:ext uri="{FF2B5EF4-FFF2-40B4-BE49-F238E27FC236}">
                <a16:creationId xmlns:a16="http://schemas.microsoft.com/office/drawing/2014/main" id="{DCFEA5D1-D4F8-4722-9FD7-137B42B71E0C}"/>
              </a:ext>
            </a:extLst>
          </p:cNvPr>
          <p:cNvSpPr>
            <a:spLocks noGrp="1"/>
          </p:cNvSpPr>
          <p:nvPr/>
        </p:nvSpPr>
        <p:spPr>
          <a:xfrm>
            <a:off x="2857500" y="1790700"/>
            <a:ext cx="238125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BEFORE YOU TRACE</a:t>
            </a:r>
          </a:p>
        </p:txBody>
      </p:sp>
      <p:sp>
        <p:nvSpPr>
          <p:cNvPr id="9" name="Rectangle 8">
            <a:extLst>
              <a:ext uri="{FF2B5EF4-FFF2-40B4-BE49-F238E27FC236}">
                <a16:creationId xmlns:a16="http://schemas.microsoft.com/office/drawing/2014/main" id="{85DA417C-81AB-4CCE-A67F-C51A9771EF1B}"/>
              </a:ext>
            </a:extLst>
          </p:cNvPr>
          <p:cNvSpPr>
            <a:spLocks noGrp="1"/>
          </p:cNvSpPr>
          <p:nvPr/>
        </p:nvSpPr>
        <p:spPr>
          <a:xfrm>
            <a:off x="2857500" y="2152650"/>
            <a:ext cx="2095500" cy="2857500"/>
          </a:xfrm>
          <a:prstGeom prst="rect">
            <a:avLst/>
          </a:prstGeom>
          <a:noFill/>
          <a:ln w="0">
            <a:noFill/>
            <a:prstDash val="solid"/>
          </a:ln>
        </p:spPr>
        <p:txBody>
          <a:bodyPr wrap="square" lIns="0" tIns="0" rIns="0" bIns="0" anchor="t">
            <a:normAutofit lnSpcReduction="10000"/>
          </a:bodyPr>
          <a:lstStyle/>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Confirm cabinet model and revision.</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Read the title block and legend.</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Find connector IDs, pin numbers, grounds, returns, and expected voltages.</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Use wire color as a clue—not as proof.</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Match one diagram point to one physical point before measuring.</a:t>
            </a:r>
            <a:endParaRPr lang="en-US" sz="1425" b="0">
              <a:solidFill>
                <a:srgbClr val="0B0B0B"/>
              </a:solidFill>
              <a:latin typeface="Helvetica Neue"/>
              <a:ea typeface="Helvetica Neue"/>
              <a:cs typeface="Helvetica Neue"/>
            </a:endParaRPr>
          </a:p>
        </p:txBody>
      </p:sp>
      <p:pic>
        <p:nvPicPr>
          <p:cNvPr id="14" name="Picture 13">
            <a:hlinkClick r:id="rId4"/>
            <a:extLst>
              <a:ext uri="{FF2B5EF4-FFF2-40B4-BE49-F238E27FC236}">
                <a16:creationId xmlns:a16="http://schemas.microsoft.com/office/drawing/2014/main" id="{59E6DD98-1BB5-327F-B7B5-0E410346BE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0764" y="1733550"/>
            <a:ext cx="6890565" cy="4457700"/>
          </a:xfrm>
          <a:prstGeom prst="rect">
            <a:avLst/>
          </a:prstGeom>
        </p:spPr>
      </p:pic>
      <p:sp>
        <p:nvSpPr>
          <p:cNvPr id="15" name="Straight Connector 14">
            <a:extLst>
              <a:ext uri="{FF2B5EF4-FFF2-40B4-BE49-F238E27FC236}">
                <a16:creationId xmlns:a16="http://schemas.microsoft.com/office/drawing/2014/main" id="{23988022-AAD4-5593-F71B-1BC3F98F9528}"/>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131083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20EBF-605E-2ABA-18E2-68A48D4C675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0BFD7FED-C172-7D49-B2C6-11AEDF1E9CDF}"/>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BEFORE YOU TRACE</a:t>
            </a:r>
          </a:p>
        </p:txBody>
      </p:sp>
      <p:sp>
        <p:nvSpPr>
          <p:cNvPr id="2" name="Rectangle 1">
            <a:extLst>
              <a:ext uri="{FF2B5EF4-FFF2-40B4-BE49-F238E27FC236}">
                <a16:creationId xmlns:a16="http://schemas.microsoft.com/office/drawing/2014/main" id="{6C9A319F-88AD-0931-1182-244784595DFF}"/>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Match the drawing to the cabinet before you test.</a:t>
            </a:r>
            <a:endParaRPr sz="2850" b="1">
              <a:solidFill>
                <a:srgbClr val="0B0B0B"/>
              </a:solidFill>
              <a:latin typeface="Helvetica Neue"/>
              <a:ea typeface="Helvetica Neue"/>
              <a:cs typeface="Helvetica Neue"/>
            </a:endParaRPr>
          </a:p>
        </p:txBody>
      </p:sp>
      <p:pic>
        <p:nvPicPr>
          <p:cNvPr id="20" name="Picture 16">
            <a:extLst>
              <a:ext uri="{FF2B5EF4-FFF2-40B4-BE49-F238E27FC236}">
                <a16:creationId xmlns:a16="http://schemas.microsoft.com/office/drawing/2014/main" id="{4E6EE4E5-0361-A9BA-37C7-BC636BE6BCF1}"/>
              </a:ext>
            </a:extLst>
          </p:cNvPr>
          <p:cNvPicPr>
            <a:picLocks noChangeAspect="1"/>
          </p:cNvPicPr>
          <p:nvPr/>
        </p:nvPicPr>
        <p:blipFill rotWithShape="1">
          <a:blip r:embed="rId3"/>
          <a:srcRect l="23093" t="10731" r="23049" b="7544"/>
          <a:stretch>
            <a:fillRect/>
          </a:stretch>
        </p:blipFill>
        <p:spPr>
          <a:xfrm>
            <a:off x="470612" y="1733550"/>
            <a:ext cx="1859125" cy="3714750"/>
          </a:xfrm>
          <a:prstGeom prst="rect">
            <a:avLst/>
          </a:prstGeom>
        </p:spPr>
      </p:pic>
      <p:sp>
        <p:nvSpPr>
          <p:cNvPr id="6" name="Rectangle 5">
            <a:extLst>
              <a:ext uri="{FF2B5EF4-FFF2-40B4-BE49-F238E27FC236}">
                <a16:creationId xmlns:a16="http://schemas.microsoft.com/office/drawing/2014/main" id="{D1F4413D-04B9-127F-58E9-F8DB63A53266}"/>
              </a:ext>
            </a:extLst>
          </p:cNvPr>
          <p:cNvSpPr>
            <a:spLocks noGrp="1"/>
          </p:cNvSpPr>
          <p:nvPr/>
        </p:nvSpPr>
        <p:spPr>
          <a:xfrm>
            <a:off x="400050" y="5753100"/>
            <a:ext cx="2000250" cy="209550"/>
          </a:xfrm>
          <a:prstGeom prst="rect">
            <a:avLst/>
          </a:prstGeom>
          <a:noFill/>
          <a:ln w="0">
            <a:noFill/>
            <a:prstDash val="solid"/>
          </a:ln>
        </p:spPr>
        <p:txBody>
          <a:bodyPr wrap="square" lIns="0" tIns="0" rIns="0" bIns="0" anchor="t">
            <a:noAutofit/>
          </a:bodyPr>
          <a:lstStyle/>
          <a:p>
            <a:pPr algn="ctr">
              <a:buNone/>
              <a:defRPr sz="1050" b="1">
                <a:solidFill>
                  <a:srgbClr val="03699B"/>
                </a:solidFill>
                <a:latin typeface="Helvetica Neue"/>
                <a:ea typeface="Helvetica Neue"/>
                <a:cs typeface="Helvetica Neue"/>
              </a:defRPr>
            </a:pPr>
            <a:r>
              <a:rPr sz="1050" b="1">
                <a:solidFill>
                  <a:srgbClr val="03699B"/>
                </a:solidFill>
                <a:latin typeface="Helvetica Neue"/>
                <a:ea typeface="Helvetica Neue"/>
                <a:cs typeface="Helvetica Neue"/>
              </a:rPr>
              <a:t>REFERENCE CABINET</a:t>
            </a:r>
          </a:p>
        </p:txBody>
      </p:sp>
      <p:sp>
        <p:nvSpPr>
          <p:cNvPr id="7" name="Rectangle 6">
            <a:extLst>
              <a:ext uri="{FF2B5EF4-FFF2-40B4-BE49-F238E27FC236}">
                <a16:creationId xmlns:a16="http://schemas.microsoft.com/office/drawing/2014/main" id="{5BD2354A-B1BA-8703-2016-BF7EB6DB1804}"/>
              </a:ext>
            </a:extLst>
          </p:cNvPr>
          <p:cNvSpPr>
            <a:spLocks noGrp="1"/>
          </p:cNvSpPr>
          <p:nvPr/>
        </p:nvSpPr>
        <p:spPr>
          <a:xfrm>
            <a:off x="400050" y="5981700"/>
            <a:ext cx="2000250" cy="209550"/>
          </a:xfrm>
          <a:prstGeom prst="rect">
            <a:avLst/>
          </a:prstGeom>
          <a:noFill/>
          <a:ln w="0">
            <a:noFill/>
            <a:prstDash val="solid"/>
          </a:ln>
        </p:spPr>
        <p:txBody>
          <a:bodyPr wrap="square" lIns="0" tIns="0" rIns="0" bIns="0" anchor="t">
            <a:noAutofit/>
          </a:bodyPr>
          <a:lstStyle/>
          <a:p>
            <a:pPr algn="ctr">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IGT Universal Slant</a:t>
            </a:r>
          </a:p>
        </p:txBody>
      </p:sp>
      <p:sp>
        <p:nvSpPr>
          <p:cNvPr id="8" name="Rectangle 7">
            <a:extLst>
              <a:ext uri="{FF2B5EF4-FFF2-40B4-BE49-F238E27FC236}">
                <a16:creationId xmlns:a16="http://schemas.microsoft.com/office/drawing/2014/main" id="{3042EFC6-9BFF-0B14-8B93-99B7BD43EDA6}"/>
              </a:ext>
            </a:extLst>
          </p:cNvPr>
          <p:cNvSpPr>
            <a:spLocks noGrp="1"/>
          </p:cNvSpPr>
          <p:nvPr/>
        </p:nvSpPr>
        <p:spPr>
          <a:xfrm>
            <a:off x="2857500" y="1790700"/>
            <a:ext cx="238125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BEFORE YOU TRACE</a:t>
            </a:r>
          </a:p>
        </p:txBody>
      </p:sp>
      <p:sp>
        <p:nvSpPr>
          <p:cNvPr id="9" name="Rectangle 8">
            <a:extLst>
              <a:ext uri="{FF2B5EF4-FFF2-40B4-BE49-F238E27FC236}">
                <a16:creationId xmlns:a16="http://schemas.microsoft.com/office/drawing/2014/main" id="{CC9E35F2-D8F0-CACA-C8E9-A1127BAF30C2}"/>
              </a:ext>
            </a:extLst>
          </p:cNvPr>
          <p:cNvSpPr>
            <a:spLocks noGrp="1"/>
          </p:cNvSpPr>
          <p:nvPr/>
        </p:nvSpPr>
        <p:spPr>
          <a:xfrm>
            <a:off x="2857500" y="2152650"/>
            <a:ext cx="2095500" cy="2857500"/>
          </a:xfrm>
          <a:prstGeom prst="rect">
            <a:avLst/>
          </a:prstGeom>
          <a:noFill/>
          <a:ln w="0">
            <a:noFill/>
            <a:prstDash val="solid"/>
          </a:ln>
        </p:spPr>
        <p:txBody>
          <a:bodyPr wrap="square" lIns="0" tIns="0" rIns="0" bIns="0" anchor="t">
            <a:normAutofit lnSpcReduction="10000"/>
          </a:bodyPr>
          <a:lstStyle/>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Confirm cabinet model and revision.</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Read the title block and legend.</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Find connector IDs, pin numbers, grounds, returns, and expected voltages.</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Use wire color as a clue—not as proof.</a:t>
            </a:r>
            <a:endParaRPr lang="en-US" sz="1425" b="0">
              <a:solidFill>
                <a:srgbClr val="0B0B0B"/>
              </a:solidFill>
              <a:latin typeface="Helvetica Neue"/>
              <a:ea typeface="Helvetica Neue"/>
              <a:cs typeface="Helvetica Neue"/>
            </a:endParaRPr>
          </a:p>
          <a:p>
            <a:pPr marL="228600" indent="-228600" algn="l">
              <a:buFont typeface="Arial" panose="020B0604020202020204" pitchFamily="34" charset="0"/>
              <a:buChar char="•"/>
              <a:defRPr sz="1425" b="0">
                <a:solidFill>
                  <a:srgbClr val="0B0B0B"/>
                </a:solidFill>
                <a:latin typeface="Helvetica Neue"/>
                <a:ea typeface="Helvetica Neue"/>
                <a:cs typeface="Helvetica Neue"/>
              </a:defRPr>
            </a:pPr>
            <a:r>
              <a:rPr sz="1425" b="0">
                <a:solidFill>
                  <a:srgbClr val="0B0B0B"/>
                </a:solidFill>
                <a:latin typeface="Helvetica Neue"/>
                <a:ea typeface="Helvetica Neue"/>
                <a:cs typeface="Helvetica Neue"/>
              </a:rPr>
              <a:t>Match one diagram point to one physical point before measuring.</a:t>
            </a:r>
            <a:endParaRPr lang="en-US" sz="142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D79962BD-2515-8B62-2D1C-2D6DC7E65EC8}"/>
              </a:ext>
            </a:extLst>
          </p:cNvPr>
          <p:cNvSpPr>
            <a:spLocks noGrp="1"/>
          </p:cNvSpPr>
          <p:nvPr/>
        </p:nvSpPr>
        <p:spPr>
          <a:xfrm>
            <a:off x="5334000" y="1581150"/>
            <a:ext cx="400050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POWER SUPPLY WIRING</a:t>
            </a:r>
          </a:p>
        </p:txBody>
      </p:sp>
      <p:pic>
        <p:nvPicPr>
          <p:cNvPr id="26" name="Picture 22">
            <a:extLst>
              <a:ext uri="{FF2B5EF4-FFF2-40B4-BE49-F238E27FC236}">
                <a16:creationId xmlns:a16="http://schemas.microsoft.com/office/drawing/2014/main" id="{6E4A7C23-07F2-1609-3DC9-F930EA42B091}"/>
              </a:ext>
            </a:extLst>
          </p:cNvPr>
          <p:cNvPicPr>
            <a:picLocks noChangeAspect="1"/>
          </p:cNvPicPr>
          <p:nvPr/>
        </p:nvPicPr>
        <p:blipFill>
          <a:blip r:embed="rId4"/>
          <a:stretch/>
        </p:blipFill>
        <p:spPr>
          <a:xfrm>
            <a:off x="5933801" y="1857375"/>
            <a:ext cx="3889472" cy="3714750"/>
          </a:xfrm>
          <a:prstGeom prst="rect">
            <a:avLst/>
          </a:prstGeom>
        </p:spPr>
      </p:pic>
      <p:sp>
        <p:nvSpPr>
          <p:cNvPr id="12" name="Rectangle 11">
            <a:extLst>
              <a:ext uri="{FF2B5EF4-FFF2-40B4-BE49-F238E27FC236}">
                <a16:creationId xmlns:a16="http://schemas.microsoft.com/office/drawing/2014/main" id="{4428003D-B5BB-10F6-1AB4-6CC3A15ACEE7}"/>
              </a:ext>
            </a:extLst>
          </p:cNvPr>
          <p:cNvSpPr>
            <a:spLocks noGrp="1"/>
          </p:cNvSpPr>
          <p:nvPr/>
        </p:nvSpPr>
        <p:spPr>
          <a:xfrm>
            <a:off x="5334000" y="5810250"/>
            <a:ext cx="6286500" cy="323850"/>
          </a:xfrm>
          <a:prstGeom prst="rect">
            <a:avLst/>
          </a:prstGeom>
          <a:noFill/>
          <a:ln w="0">
            <a:noFill/>
            <a:prstDash val="solid"/>
          </a:ln>
        </p:spPr>
        <p:txBody>
          <a:bodyPr wrap="square" lIns="0" tIns="0" rIns="0" bIns="0" anchor="t">
            <a:noAutofit/>
          </a:bodyPr>
          <a:lstStyle/>
          <a:p>
            <a:pPr algn="ctr">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Use the source, connector/pin, expected voltage, and return as the test plan.</a:t>
            </a:r>
          </a:p>
        </p:txBody>
      </p:sp>
      <p:sp>
        <p:nvSpPr>
          <p:cNvPr id="5" name="Straight Connector 4">
            <a:extLst>
              <a:ext uri="{FF2B5EF4-FFF2-40B4-BE49-F238E27FC236}">
                <a16:creationId xmlns:a16="http://schemas.microsoft.com/office/drawing/2014/main" id="{044B02DB-9F06-8874-F2F3-9E57ABFAECC4}"/>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914487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66A73-A304-BF35-18F9-D33620AEF9C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14EF3D73-A426-F6C8-4664-587277456C75}"/>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REFERENCE DRAWING</a:t>
            </a:r>
          </a:p>
        </p:txBody>
      </p:sp>
      <p:pic>
        <p:nvPicPr>
          <p:cNvPr id="16" name="Picture 15">
            <a:hlinkClick r:id="rId3"/>
            <a:extLst>
              <a:ext uri="{FF2B5EF4-FFF2-40B4-BE49-F238E27FC236}">
                <a16:creationId xmlns:a16="http://schemas.microsoft.com/office/drawing/2014/main" id="{A505B420-63F9-EA74-34FD-AE6EAFFD4BA3}"/>
              </a:ext>
            </a:extLst>
          </p:cNvPr>
          <p:cNvPicPr>
            <a:picLocks noChangeAspect="1"/>
          </p:cNvPicPr>
          <p:nvPr/>
        </p:nvPicPr>
        <p:blipFill>
          <a:blip r:embed="rId4"/>
          <a:stretch>
            <a:fillRect/>
          </a:stretch>
        </p:blipFill>
        <p:spPr>
          <a:xfrm>
            <a:off x="2011383" y="1465983"/>
            <a:ext cx="8169234" cy="5261731"/>
          </a:xfrm>
          <a:prstGeom prst="rect">
            <a:avLst/>
          </a:prstGeom>
        </p:spPr>
      </p:pic>
      <p:sp>
        <p:nvSpPr>
          <p:cNvPr id="17" name="Rectangle 16">
            <a:extLst>
              <a:ext uri="{FF2B5EF4-FFF2-40B4-BE49-F238E27FC236}">
                <a16:creationId xmlns:a16="http://schemas.microsoft.com/office/drawing/2014/main" id="{F988438E-E1C6-DCAE-7CD7-2B544E18FC0E}"/>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Konami – Dimensions 49 Wiring Diagram</a:t>
            </a:r>
            <a:endParaRPr sz="2850" b="1">
              <a:solidFill>
                <a:srgbClr val="0B0B0B"/>
              </a:solidFill>
              <a:latin typeface="Helvetica Neue"/>
              <a:ea typeface="Helvetica Neue"/>
              <a:cs typeface="Helvetica Neue"/>
            </a:endParaRPr>
          </a:p>
        </p:txBody>
      </p:sp>
      <p:sp>
        <p:nvSpPr>
          <p:cNvPr id="19" name="Straight Connector 18">
            <a:extLst>
              <a:ext uri="{FF2B5EF4-FFF2-40B4-BE49-F238E27FC236}">
                <a16:creationId xmlns:a16="http://schemas.microsoft.com/office/drawing/2014/main" id="{11064899-AF8F-C778-919B-699EF92263E5}"/>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439696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CB95-8B47-17B8-5559-EF84074A8E8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9147DBB-E7C6-84FA-1EEF-83877F46521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REFERENCE DRAWING</a:t>
            </a:r>
          </a:p>
        </p:txBody>
      </p:sp>
      <p:pic>
        <p:nvPicPr>
          <p:cNvPr id="16" name="Picture 15">
            <a:extLst>
              <a:ext uri="{FF2B5EF4-FFF2-40B4-BE49-F238E27FC236}">
                <a16:creationId xmlns:a16="http://schemas.microsoft.com/office/drawing/2014/main" id="{BBDCB5D8-D07E-B209-82F7-1A9121D6AD82}"/>
              </a:ext>
            </a:extLst>
          </p:cNvPr>
          <p:cNvPicPr>
            <a:picLocks noChangeAspect="1"/>
          </p:cNvPicPr>
          <p:nvPr/>
        </p:nvPicPr>
        <p:blipFill>
          <a:blip r:embed="rId3"/>
          <a:srcRect r="62858" b="49094"/>
          <a:stretch>
            <a:fillRect/>
          </a:stretch>
        </p:blipFill>
        <p:spPr>
          <a:xfrm>
            <a:off x="2128351" y="1465984"/>
            <a:ext cx="6018122" cy="5312626"/>
          </a:xfrm>
          <a:prstGeom prst="rect">
            <a:avLst/>
          </a:prstGeom>
        </p:spPr>
      </p:pic>
      <p:sp>
        <p:nvSpPr>
          <p:cNvPr id="6" name="Rectangle 5">
            <a:extLst>
              <a:ext uri="{FF2B5EF4-FFF2-40B4-BE49-F238E27FC236}">
                <a16:creationId xmlns:a16="http://schemas.microsoft.com/office/drawing/2014/main" id="{99522DAD-EA94-7138-E66A-1D5FE4C9B017}"/>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Konami – Dimensions 49 Wiring Diagram</a:t>
            </a:r>
            <a:endParaRPr sz="2850" b="1">
              <a:solidFill>
                <a:srgbClr val="0B0B0B"/>
              </a:solidFill>
              <a:latin typeface="Helvetica Neue"/>
              <a:ea typeface="Helvetica Neue"/>
              <a:cs typeface="Helvetica Neue"/>
            </a:endParaRPr>
          </a:p>
        </p:txBody>
      </p:sp>
      <p:sp>
        <p:nvSpPr>
          <p:cNvPr id="8" name="Straight Connector 7">
            <a:extLst>
              <a:ext uri="{FF2B5EF4-FFF2-40B4-BE49-F238E27FC236}">
                <a16:creationId xmlns:a16="http://schemas.microsoft.com/office/drawing/2014/main" id="{D8C7DC7F-9C3D-9A36-7B8D-12585C6843AF}"/>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256050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35746-FA25-1A57-4113-4EC4AFC490B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08CD203-FD18-39FD-F723-88CB153A2A4C}"/>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REFERENCE DRAWING</a:t>
            </a:r>
          </a:p>
        </p:txBody>
      </p:sp>
      <p:pic>
        <p:nvPicPr>
          <p:cNvPr id="16" name="Picture 15">
            <a:extLst>
              <a:ext uri="{FF2B5EF4-FFF2-40B4-BE49-F238E27FC236}">
                <a16:creationId xmlns:a16="http://schemas.microsoft.com/office/drawing/2014/main" id="{337006CE-45AB-399C-F5F0-180FFC2D9E85}"/>
              </a:ext>
            </a:extLst>
          </p:cNvPr>
          <p:cNvPicPr>
            <a:picLocks noChangeAspect="1"/>
          </p:cNvPicPr>
          <p:nvPr/>
        </p:nvPicPr>
        <p:blipFill>
          <a:blip r:embed="rId3"/>
          <a:srcRect l="35872" r="1184" b="47289"/>
          <a:stretch>
            <a:fillRect/>
          </a:stretch>
        </p:blipFill>
        <p:spPr>
          <a:xfrm>
            <a:off x="1175829" y="1465983"/>
            <a:ext cx="9502261" cy="5125296"/>
          </a:xfrm>
          <a:prstGeom prst="rect">
            <a:avLst/>
          </a:prstGeom>
        </p:spPr>
      </p:pic>
      <p:sp>
        <p:nvSpPr>
          <p:cNvPr id="6" name="Rectangle 5">
            <a:extLst>
              <a:ext uri="{FF2B5EF4-FFF2-40B4-BE49-F238E27FC236}">
                <a16:creationId xmlns:a16="http://schemas.microsoft.com/office/drawing/2014/main" id="{EF1C3CC5-0EAF-19FA-7F1C-E2A33EB539B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Konami – Dimensions 49 Wiring Diagram</a:t>
            </a:r>
            <a:endParaRPr sz="2850" b="1">
              <a:solidFill>
                <a:srgbClr val="0B0B0B"/>
              </a:solidFill>
              <a:latin typeface="Helvetica Neue"/>
              <a:ea typeface="Helvetica Neue"/>
              <a:cs typeface="Helvetica Neue"/>
            </a:endParaRPr>
          </a:p>
        </p:txBody>
      </p:sp>
      <p:sp>
        <p:nvSpPr>
          <p:cNvPr id="7" name="Straight Connector 6">
            <a:extLst>
              <a:ext uri="{FF2B5EF4-FFF2-40B4-BE49-F238E27FC236}">
                <a16:creationId xmlns:a16="http://schemas.microsoft.com/office/drawing/2014/main" id="{2B551E63-3D22-CD05-05F2-A8A774C4DAD3}"/>
              </a:ext>
            </a:extLst>
          </p:cNvPr>
          <p:cNvSpPr>
            <a:spLocks noGrp="1"/>
          </p:cNvSpPr>
          <p:nvPr/>
        </p:nvSpPr>
        <p:spPr>
          <a:xfrm>
            <a:off x="400050" y="1096179"/>
            <a:ext cx="11391900" cy="0"/>
          </a:xfrm>
          <a:prstGeom prst="line">
            <a:avLst/>
          </a:prstGeom>
          <a:noFill/>
          <a:ln w="9525">
            <a:solidFill>
              <a:srgbClr val="B8BCC4"/>
            </a:solidFill>
            <a:prstDash val="solid"/>
          </a:ln>
        </p:spPr>
        <p:txBody>
          <a:bodyPr/>
          <a:lstStyle/>
          <a:p>
            <a:endParaRPr/>
          </a:p>
        </p:txBody>
      </p:sp>
    </p:spTree>
    <p:extLst>
      <p:ext uri="{BB962C8B-B14F-4D97-AF65-F5344CB8AC3E}">
        <p14:creationId xmlns:p14="http://schemas.microsoft.com/office/powerpoint/2010/main" val="37772374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E1DF-6366-8E89-8C01-C82C9F77BD8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C87D5EF-419F-296A-7311-EDB79C289C96}"/>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REFERENCE DRAWING</a:t>
            </a:r>
          </a:p>
        </p:txBody>
      </p:sp>
      <p:sp>
        <p:nvSpPr>
          <p:cNvPr id="2" name="Rectangle 1">
            <a:extLst>
              <a:ext uri="{FF2B5EF4-FFF2-40B4-BE49-F238E27FC236}">
                <a16:creationId xmlns:a16="http://schemas.microsoft.com/office/drawing/2014/main" id="{F82F32EA-F9D5-3498-396F-26F88A301880}"/>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lang="en-US" sz="2850" b="1">
                <a:solidFill>
                  <a:srgbClr val="0B0B0B"/>
                </a:solidFill>
                <a:latin typeface="Helvetica Neue"/>
                <a:ea typeface="Helvetica Neue"/>
                <a:cs typeface="Helvetica Neue"/>
              </a:rPr>
              <a:t>Konami – Dimensions 49 Wiring Diagram</a:t>
            </a:r>
            <a:endParaRPr sz="2850" b="1">
              <a:solidFill>
                <a:srgbClr val="0B0B0B"/>
              </a:solidFill>
              <a:latin typeface="Helvetica Neue"/>
              <a:ea typeface="Helvetica Neue"/>
              <a:cs typeface="Helvetica Neue"/>
            </a:endParaRPr>
          </a:p>
        </p:txBody>
      </p:sp>
      <p:sp>
        <p:nvSpPr>
          <p:cNvPr id="3" name="Straight Connector 2">
            <a:extLst>
              <a:ext uri="{FF2B5EF4-FFF2-40B4-BE49-F238E27FC236}">
                <a16:creationId xmlns:a16="http://schemas.microsoft.com/office/drawing/2014/main" id="{63C01EAF-1342-4E46-EEB2-DCE09A66A75E}"/>
              </a:ext>
            </a:extLst>
          </p:cNvPr>
          <p:cNvSpPr>
            <a:spLocks noGrp="1"/>
          </p:cNvSpPr>
          <p:nvPr/>
        </p:nvSpPr>
        <p:spPr>
          <a:xfrm>
            <a:off x="400050" y="1096179"/>
            <a:ext cx="11391900" cy="0"/>
          </a:xfrm>
          <a:prstGeom prst="line">
            <a:avLst/>
          </a:prstGeom>
          <a:noFill/>
          <a:ln w="9525">
            <a:solidFill>
              <a:srgbClr val="B8BCC4"/>
            </a:solidFill>
            <a:prstDash val="solid"/>
          </a:ln>
        </p:spPr>
        <p:txBody>
          <a:bodyPr/>
          <a:lstStyle/>
          <a:p>
            <a:endParaRPr/>
          </a:p>
        </p:txBody>
      </p:sp>
      <p:pic>
        <p:nvPicPr>
          <p:cNvPr id="16" name="Picture 15">
            <a:extLst>
              <a:ext uri="{FF2B5EF4-FFF2-40B4-BE49-F238E27FC236}">
                <a16:creationId xmlns:a16="http://schemas.microsoft.com/office/drawing/2014/main" id="{09B982CB-120F-529C-1FB0-73AD5C81D40E}"/>
              </a:ext>
            </a:extLst>
          </p:cNvPr>
          <p:cNvPicPr>
            <a:picLocks noChangeAspect="1"/>
          </p:cNvPicPr>
          <p:nvPr/>
        </p:nvPicPr>
        <p:blipFill>
          <a:blip r:embed="rId3"/>
          <a:srcRect l="7931" t="36722" r="46432" b="4132"/>
          <a:stretch>
            <a:fillRect/>
          </a:stretch>
        </p:blipFill>
        <p:spPr>
          <a:xfrm>
            <a:off x="2781300" y="1242329"/>
            <a:ext cx="6389782" cy="5615672"/>
          </a:xfrm>
          <a:prstGeom prst="rect">
            <a:avLst/>
          </a:prstGeom>
        </p:spPr>
      </p:pic>
    </p:spTree>
    <p:extLst>
      <p:ext uri="{BB962C8B-B14F-4D97-AF65-F5344CB8AC3E}">
        <p14:creationId xmlns:p14="http://schemas.microsoft.com/office/powerpoint/2010/main" val="2082764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93086ED-1A52-4040-8B38-8C5C9C28F859}"/>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ISOLATING THE FAULT</a:t>
            </a:r>
          </a:p>
        </p:txBody>
      </p:sp>
      <p:sp>
        <p:nvSpPr>
          <p:cNvPr id="2" name="Rectangle 1">
            <a:extLst>
              <a:ext uri="{FF2B5EF4-FFF2-40B4-BE49-F238E27FC236}">
                <a16:creationId xmlns:a16="http://schemas.microsoft.com/office/drawing/2014/main" id="{14753E97-BF6C-4705-8159-0F501A5EE3EB}"/>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Find the fault between the last good and first bad reading.</a:t>
            </a:r>
          </a:p>
        </p:txBody>
      </p:sp>
      <p:sp>
        <p:nvSpPr>
          <p:cNvPr id="5" name="Rectangle 4">
            <a:extLst>
              <a:ext uri="{FF2B5EF4-FFF2-40B4-BE49-F238E27FC236}">
                <a16:creationId xmlns:a16="http://schemas.microsoft.com/office/drawing/2014/main" id="{B4AF2FBA-8838-44C2-B38D-BD3B3B43AFF3}"/>
              </a:ext>
            </a:extLst>
          </p:cNvPr>
          <p:cNvSpPr>
            <a:spLocks noGrp="1"/>
          </p:cNvSpPr>
          <p:nvPr/>
        </p:nvSpPr>
        <p:spPr>
          <a:xfrm>
            <a:off x="552450" y="1733550"/>
            <a:ext cx="342900" cy="3048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1</a:t>
            </a:r>
          </a:p>
        </p:txBody>
      </p:sp>
      <p:sp>
        <p:nvSpPr>
          <p:cNvPr id="6" name="Rectangle 5">
            <a:extLst>
              <a:ext uri="{FF2B5EF4-FFF2-40B4-BE49-F238E27FC236}">
                <a16:creationId xmlns:a16="http://schemas.microsoft.com/office/drawing/2014/main" id="{F524825E-F3CD-4501-8823-AE1AEF159C83}"/>
              </a:ext>
            </a:extLst>
          </p:cNvPr>
          <p:cNvSpPr>
            <a:spLocks noGrp="1"/>
          </p:cNvSpPr>
          <p:nvPr/>
        </p:nvSpPr>
        <p:spPr>
          <a:xfrm>
            <a:off x="1143000" y="1733550"/>
            <a:ext cx="2762250" cy="304800"/>
          </a:xfrm>
          <a:prstGeom prst="rect">
            <a:avLst/>
          </a:prstGeom>
          <a:noFill/>
          <a:ln w="0">
            <a:noFill/>
            <a:prstDash val="solid"/>
          </a:ln>
        </p:spPr>
        <p:txBody>
          <a:bodyPr wrap="square" lIns="0" tIns="0" rIns="0" bIns="0" anchor="t">
            <a:noAutofit/>
          </a:bodyPr>
          <a:lstStyle/>
          <a:p>
            <a:pPr algn="l">
              <a:buNone/>
              <a:defRPr sz="1650" b="1">
                <a:solidFill>
                  <a:srgbClr val="0B0B0B"/>
                </a:solidFill>
                <a:latin typeface="Helvetica Neue"/>
                <a:ea typeface="Helvetica Neue"/>
                <a:cs typeface="Helvetica Neue"/>
              </a:defRPr>
            </a:pPr>
            <a:r>
              <a:rPr sz="1650" b="1">
                <a:solidFill>
                  <a:srgbClr val="0B0B0B"/>
                </a:solidFill>
                <a:latin typeface="Helvetica Neue"/>
                <a:ea typeface="Helvetica Neue"/>
                <a:cs typeface="Helvetica Neue"/>
              </a:rPr>
              <a:t>Find the symptom</a:t>
            </a:r>
          </a:p>
        </p:txBody>
      </p:sp>
      <p:sp>
        <p:nvSpPr>
          <p:cNvPr id="7" name="Rectangle 6">
            <a:extLst>
              <a:ext uri="{FF2B5EF4-FFF2-40B4-BE49-F238E27FC236}">
                <a16:creationId xmlns:a16="http://schemas.microsoft.com/office/drawing/2014/main" id="{ED214778-6DC6-4806-8DBB-31909FBE4050}"/>
              </a:ext>
            </a:extLst>
          </p:cNvPr>
          <p:cNvSpPr>
            <a:spLocks noGrp="1"/>
          </p:cNvSpPr>
          <p:nvPr/>
        </p:nvSpPr>
        <p:spPr>
          <a:xfrm>
            <a:off x="4095750" y="1743075"/>
            <a:ext cx="5905500" cy="304800"/>
          </a:xfrm>
          <a:prstGeom prst="rect">
            <a:avLst/>
          </a:prstGeom>
          <a:noFill/>
          <a:ln w="0">
            <a:noFill/>
            <a:prstDash val="solid"/>
          </a:ln>
        </p:spPr>
        <p:txBody>
          <a:bodyPr wrap="square" lIns="0" tIns="0" rIns="0" bIns="0" anchor="t">
            <a:no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Start with the component that is not working.</a:t>
            </a:r>
          </a:p>
        </p:txBody>
      </p:sp>
      <p:sp>
        <p:nvSpPr>
          <p:cNvPr id="8" name="Straight Connector 7">
            <a:extLst>
              <a:ext uri="{FF2B5EF4-FFF2-40B4-BE49-F238E27FC236}">
                <a16:creationId xmlns:a16="http://schemas.microsoft.com/office/drawing/2014/main" id="{F2335CF8-F3BC-47BB-AD58-D131A09306F6}"/>
              </a:ext>
            </a:extLst>
          </p:cNvPr>
          <p:cNvSpPr>
            <a:spLocks noGrp="1"/>
          </p:cNvSpPr>
          <p:nvPr/>
        </p:nvSpPr>
        <p:spPr>
          <a:xfrm>
            <a:off x="1143000" y="2190750"/>
            <a:ext cx="8858250" cy="0"/>
          </a:xfrm>
          <a:prstGeom prst="line">
            <a:avLst/>
          </a:prstGeom>
          <a:noFill/>
          <a:ln w="9525">
            <a:solidFill>
              <a:srgbClr val="B8BCC4"/>
            </a:solidFill>
            <a:prstDash val="solid"/>
          </a:ln>
        </p:spPr>
        <p:txBody>
          <a:bodyPr/>
          <a:lstStyle/>
          <a:p>
            <a:endParaRPr/>
          </a:p>
        </p:txBody>
      </p:sp>
      <p:sp>
        <p:nvSpPr>
          <p:cNvPr id="9" name="Rectangle 8">
            <a:extLst>
              <a:ext uri="{FF2B5EF4-FFF2-40B4-BE49-F238E27FC236}">
                <a16:creationId xmlns:a16="http://schemas.microsoft.com/office/drawing/2014/main" id="{99A4777D-BAC0-43D2-9408-8613521CC4FA}"/>
              </a:ext>
            </a:extLst>
          </p:cNvPr>
          <p:cNvSpPr>
            <a:spLocks noGrp="1"/>
          </p:cNvSpPr>
          <p:nvPr/>
        </p:nvSpPr>
        <p:spPr>
          <a:xfrm>
            <a:off x="552450" y="2447925"/>
            <a:ext cx="342900" cy="3048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2</a:t>
            </a:r>
          </a:p>
        </p:txBody>
      </p:sp>
      <p:sp>
        <p:nvSpPr>
          <p:cNvPr id="10" name="Rectangle 9">
            <a:extLst>
              <a:ext uri="{FF2B5EF4-FFF2-40B4-BE49-F238E27FC236}">
                <a16:creationId xmlns:a16="http://schemas.microsoft.com/office/drawing/2014/main" id="{13ECA0F9-EDBE-49C1-BBD1-42AC549D04AC}"/>
              </a:ext>
            </a:extLst>
          </p:cNvPr>
          <p:cNvSpPr>
            <a:spLocks noGrp="1"/>
          </p:cNvSpPr>
          <p:nvPr/>
        </p:nvSpPr>
        <p:spPr>
          <a:xfrm>
            <a:off x="1143000" y="2447925"/>
            <a:ext cx="2762250" cy="304800"/>
          </a:xfrm>
          <a:prstGeom prst="rect">
            <a:avLst/>
          </a:prstGeom>
          <a:noFill/>
          <a:ln w="0">
            <a:noFill/>
            <a:prstDash val="solid"/>
          </a:ln>
        </p:spPr>
        <p:txBody>
          <a:bodyPr wrap="square" lIns="0" tIns="0" rIns="0" bIns="0" anchor="t">
            <a:noAutofit/>
          </a:bodyPr>
          <a:lstStyle/>
          <a:p>
            <a:pPr algn="l">
              <a:buNone/>
              <a:defRPr sz="1650" b="1">
                <a:solidFill>
                  <a:srgbClr val="0B0B0B"/>
                </a:solidFill>
                <a:latin typeface="Helvetica Neue"/>
                <a:ea typeface="Helvetica Neue"/>
                <a:cs typeface="Helvetica Neue"/>
              </a:defRPr>
            </a:pPr>
            <a:r>
              <a:rPr sz="1650" b="1">
                <a:solidFill>
                  <a:srgbClr val="0B0B0B"/>
                </a:solidFill>
                <a:latin typeface="Helvetica Neue"/>
                <a:ea typeface="Helvetica Neue"/>
                <a:cs typeface="Helvetica Neue"/>
              </a:rPr>
              <a:t>Find it on the diagram</a:t>
            </a:r>
          </a:p>
        </p:txBody>
      </p:sp>
      <p:sp>
        <p:nvSpPr>
          <p:cNvPr id="11" name="Rectangle 10">
            <a:extLst>
              <a:ext uri="{FF2B5EF4-FFF2-40B4-BE49-F238E27FC236}">
                <a16:creationId xmlns:a16="http://schemas.microsoft.com/office/drawing/2014/main" id="{56F00A55-FCE3-48F0-884E-3D5DCD43CF77}"/>
              </a:ext>
            </a:extLst>
          </p:cNvPr>
          <p:cNvSpPr>
            <a:spLocks noGrp="1"/>
          </p:cNvSpPr>
          <p:nvPr/>
        </p:nvSpPr>
        <p:spPr>
          <a:xfrm>
            <a:off x="4095750" y="2457450"/>
            <a:ext cx="5905500" cy="304800"/>
          </a:xfrm>
          <a:prstGeom prst="rect">
            <a:avLst/>
          </a:prstGeom>
          <a:noFill/>
          <a:ln w="0">
            <a:noFill/>
            <a:prstDash val="solid"/>
          </a:ln>
        </p:spPr>
        <p:txBody>
          <a:bodyPr wrap="square" lIns="0" tIns="0" rIns="0" bIns="0" anchor="t">
            <a:no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Identify connector, pins, supply, and return.</a:t>
            </a:r>
          </a:p>
        </p:txBody>
      </p:sp>
      <p:sp>
        <p:nvSpPr>
          <p:cNvPr id="12" name="Straight Connector 11">
            <a:extLst>
              <a:ext uri="{FF2B5EF4-FFF2-40B4-BE49-F238E27FC236}">
                <a16:creationId xmlns:a16="http://schemas.microsoft.com/office/drawing/2014/main" id="{6477365D-7262-4028-97A1-198F1F918903}"/>
              </a:ext>
            </a:extLst>
          </p:cNvPr>
          <p:cNvSpPr>
            <a:spLocks noGrp="1"/>
          </p:cNvSpPr>
          <p:nvPr/>
        </p:nvSpPr>
        <p:spPr>
          <a:xfrm>
            <a:off x="1143000" y="2905125"/>
            <a:ext cx="8858250" cy="0"/>
          </a:xfrm>
          <a:prstGeom prst="line">
            <a:avLst/>
          </a:prstGeom>
          <a:noFill/>
          <a:ln w="9525">
            <a:solidFill>
              <a:srgbClr val="B8BCC4"/>
            </a:solidFill>
            <a:prstDash val="solid"/>
          </a:ln>
        </p:spPr>
        <p:txBody>
          <a:bodyPr/>
          <a:lstStyle/>
          <a:p>
            <a:endParaRPr/>
          </a:p>
        </p:txBody>
      </p:sp>
      <p:sp>
        <p:nvSpPr>
          <p:cNvPr id="13" name="Rectangle 12">
            <a:extLst>
              <a:ext uri="{FF2B5EF4-FFF2-40B4-BE49-F238E27FC236}">
                <a16:creationId xmlns:a16="http://schemas.microsoft.com/office/drawing/2014/main" id="{C3FD7A3B-C0C0-451B-9397-3DC571870F7A}"/>
              </a:ext>
            </a:extLst>
          </p:cNvPr>
          <p:cNvSpPr>
            <a:spLocks noGrp="1"/>
          </p:cNvSpPr>
          <p:nvPr/>
        </p:nvSpPr>
        <p:spPr>
          <a:xfrm>
            <a:off x="552450" y="3162300"/>
            <a:ext cx="342900" cy="3048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3</a:t>
            </a:r>
          </a:p>
        </p:txBody>
      </p:sp>
      <p:sp>
        <p:nvSpPr>
          <p:cNvPr id="14" name="Rectangle 13">
            <a:extLst>
              <a:ext uri="{FF2B5EF4-FFF2-40B4-BE49-F238E27FC236}">
                <a16:creationId xmlns:a16="http://schemas.microsoft.com/office/drawing/2014/main" id="{7C6DD955-9125-44CB-971F-B1847E45F2B5}"/>
              </a:ext>
            </a:extLst>
          </p:cNvPr>
          <p:cNvSpPr>
            <a:spLocks noGrp="1"/>
          </p:cNvSpPr>
          <p:nvPr/>
        </p:nvSpPr>
        <p:spPr>
          <a:xfrm>
            <a:off x="1143000" y="3162300"/>
            <a:ext cx="2762250" cy="304800"/>
          </a:xfrm>
          <a:prstGeom prst="rect">
            <a:avLst/>
          </a:prstGeom>
          <a:noFill/>
          <a:ln w="0">
            <a:noFill/>
            <a:prstDash val="solid"/>
          </a:ln>
        </p:spPr>
        <p:txBody>
          <a:bodyPr wrap="square" lIns="0" tIns="0" rIns="0" bIns="0" anchor="t">
            <a:noAutofit/>
          </a:bodyPr>
          <a:lstStyle/>
          <a:p>
            <a:pPr algn="l">
              <a:buNone/>
              <a:defRPr sz="1650" b="1">
                <a:solidFill>
                  <a:srgbClr val="0B0B0B"/>
                </a:solidFill>
                <a:latin typeface="Helvetica Neue"/>
                <a:ea typeface="Helvetica Neue"/>
                <a:cs typeface="Helvetica Neue"/>
              </a:defRPr>
            </a:pPr>
            <a:r>
              <a:rPr sz="1650" b="1">
                <a:solidFill>
                  <a:srgbClr val="0B0B0B"/>
                </a:solidFill>
                <a:latin typeface="Helvetica Neue"/>
                <a:ea typeface="Helvetica Neue"/>
                <a:cs typeface="Helvetica Neue"/>
              </a:rPr>
              <a:t>Trace the path</a:t>
            </a:r>
          </a:p>
        </p:txBody>
      </p:sp>
      <p:sp>
        <p:nvSpPr>
          <p:cNvPr id="15" name="Rectangle 14">
            <a:extLst>
              <a:ext uri="{FF2B5EF4-FFF2-40B4-BE49-F238E27FC236}">
                <a16:creationId xmlns:a16="http://schemas.microsoft.com/office/drawing/2014/main" id="{1556E662-6952-4221-809A-19E4B65B3100}"/>
              </a:ext>
            </a:extLst>
          </p:cNvPr>
          <p:cNvSpPr>
            <a:spLocks noGrp="1"/>
          </p:cNvSpPr>
          <p:nvPr/>
        </p:nvSpPr>
        <p:spPr>
          <a:xfrm>
            <a:off x="4095750" y="3171825"/>
            <a:ext cx="5905500" cy="304800"/>
          </a:xfrm>
          <a:prstGeom prst="rect">
            <a:avLst/>
          </a:prstGeom>
          <a:noFill/>
          <a:ln w="0">
            <a:noFill/>
            <a:prstDash val="solid"/>
          </a:ln>
        </p:spPr>
        <p:txBody>
          <a:bodyPr wrap="square" lIns="0" tIns="0" rIns="0" bIns="0" anchor="t">
            <a:no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Move through fuses, switches, harnesses, and plugs.</a:t>
            </a:r>
          </a:p>
        </p:txBody>
      </p:sp>
      <p:sp>
        <p:nvSpPr>
          <p:cNvPr id="16" name="Straight Connector 15">
            <a:extLst>
              <a:ext uri="{FF2B5EF4-FFF2-40B4-BE49-F238E27FC236}">
                <a16:creationId xmlns:a16="http://schemas.microsoft.com/office/drawing/2014/main" id="{9A512214-3525-4223-B955-6ACFCE8AE522}"/>
              </a:ext>
            </a:extLst>
          </p:cNvPr>
          <p:cNvSpPr>
            <a:spLocks noGrp="1"/>
          </p:cNvSpPr>
          <p:nvPr/>
        </p:nvSpPr>
        <p:spPr>
          <a:xfrm>
            <a:off x="1143000" y="3619500"/>
            <a:ext cx="8858250" cy="0"/>
          </a:xfrm>
          <a:prstGeom prst="line">
            <a:avLst/>
          </a:prstGeom>
          <a:noFill/>
          <a:ln w="9525">
            <a:solidFill>
              <a:srgbClr val="B8BCC4"/>
            </a:solidFill>
            <a:prstDash val="solid"/>
          </a:ln>
        </p:spPr>
        <p:txBody>
          <a:bodyPr/>
          <a:lstStyle/>
          <a:p>
            <a:endParaRPr/>
          </a:p>
        </p:txBody>
      </p:sp>
      <p:sp>
        <p:nvSpPr>
          <p:cNvPr id="17" name="Rectangle 16">
            <a:extLst>
              <a:ext uri="{FF2B5EF4-FFF2-40B4-BE49-F238E27FC236}">
                <a16:creationId xmlns:a16="http://schemas.microsoft.com/office/drawing/2014/main" id="{4F02AFB6-35EC-465B-9170-CAECA3F120C9}"/>
              </a:ext>
            </a:extLst>
          </p:cNvPr>
          <p:cNvSpPr>
            <a:spLocks noGrp="1"/>
          </p:cNvSpPr>
          <p:nvPr/>
        </p:nvSpPr>
        <p:spPr>
          <a:xfrm>
            <a:off x="552450" y="3876675"/>
            <a:ext cx="342900" cy="3048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4</a:t>
            </a:r>
          </a:p>
        </p:txBody>
      </p:sp>
      <p:sp>
        <p:nvSpPr>
          <p:cNvPr id="18" name="Rectangle 17">
            <a:extLst>
              <a:ext uri="{FF2B5EF4-FFF2-40B4-BE49-F238E27FC236}">
                <a16:creationId xmlns:a16="http://schemas.microsoft.com/office/drawing/2014/main" id="{54CCE50C-8BD0-49E2-A345-2062222828D5}"/>
              </a:ext>
            </a:extLst>
          </p:cNvPr>
          <p:cNvSpPr>
            <a:spLocks noGrp="1"/>
          </p:cNvSpPr>
          <p:nvPr/>
        </p:nvSpPr>
        <p:spPr>
          <a:xfrm>
            <a:off x="1143000" y="3876675"/>
            <a:ext cx="2762250" cy="304800"/>
          </a:xfrm>
          <a:prstGeom prst="rect">
            <a:avLst/>
          </a:prstGeom>
          <a:noFill/>
          <a:ln w="0">
            <a:noFill/>
            <a:prstDash val="solid"/>
          </a:ln>
        </p:spPr>
        <p:txBody>
          <a:bodyPr wrap="square" lIns="0" tIns="0" rIns="0" bIns="0" anchor="t">
            <a:noAutofit/>
          </a:bodyPr>
          <a:lstStyle/>
          <a:p>
            <a:pPr algn="l">
              <a:buNone/>
              <a:defRPr sz="1650" b="1">
                <a:solidFill>
                  <a:srgbClr val="0B0B0B"/>
                </a:solidFill>
                <a:latin typeface="Helvetica Neue"/>
                <a:ea typeface="Helvetica Neue"/>
                <a:cs typeface="Helvetica Neue"/>
              </a:defRPr>
            </a:pPr>
            <a:r>
              <a:rPr sz="1650" b="1">
                <a:solidFill>
                  <a:srgbClr val="0B0B0B"/>
                </a:solidFill>
                <a:latin typeface="Helvetica Neue"/>
                <a:ea typeface="Helvetica Neue"/>
                <a:cs typeface="Helvetica Neue"/>
              </a:rPr>
              <a:t>Test logically</a:t>
            </a:r>
          </a:p>
        </p:txBody>
      </p:sp>
      <p:sp>
        <p:nvSpPr>
          <p:cNvPr id="19" name="Rectangle 18">
            <a:extLst>
              <a:ext uri="{FF2B5EF4-FFF2-40B4-BE49-F238E27FC236}">
                <a16:creationId xmlns:a16="http://schemas.microsoft.com/office/drawing/2014/main" id="{D2FBC7FD-4BD6-4F37-AA41-E97FA817D1E0}"/>
              </a:ext>
            </a:extLst>
          </p:cNvPr>
          <p:cNvSpPr>
            <a:spLocks noGrp="1"/>
          </p:cNvSpPr>
          <p:nvPr/>
        </p:nvSpPr>
        <p:spPr>
          <a:xfrm>
            <a:off x="4095750" y="3886200"/>
            <a:ext cx="5905500" cy="304800"/>
          </a:xfrm>
          <a:prstGeom prst="rect">
            <a:avLst/>
          </a:prstGeom>
          <a:noFill/>
          <a:ln w="0">
            <a:noFill/>
            <a:prstDash val="solid"/>
          </a:ln>
        </p:spPr>
        <p:txBody>
          <a:bodyPr wrap="square" lIns="0" tIns="0" rIns="0" bIns="0" anchor="t">
            <a:no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Compare each reading with the expected voltage.</a:t>
            </a:r>
          </a:p>
        </p:txBody>
      </p:sp>
      <p:sp>
        <p:nvSpPr>
          <p:cNvPr id="20" name="Straight Connector 19">
            <a:extLst>
              <a:ext uri="{FF2B5EF4-FFF2-40B4-BE49-F238E27FC236}">
                <a16:creationId xmlns:a16="http://schemas.microsoft.com/office/drawing/2014/main" id="{948CFFD7-D3BA-470C-BF23-4F253C39D313}"/>
              </a:ext>
            </a:extLst>
          </p:cNvPr>
          <p:cNvSpPr>
            <a:spLocks noGrp="1"/>
          </p:cNvSpPr>
          <p:nvPr/>
        </p:nvSpPr>
        <p:spPr>
          <a:xfrm>
            <a:off x="1143000" y="4333875"/>
            <a:ext cx="8858250" cy="0"/>
          </a:xfrm>
          <a:prstGeom prst="line">
            <a:avLst/>
          </a:prstGeom>
          <a:noFill/>
          <a:ln w="9525">
            <a:solidFill>
              <a:srgbClr val="B8BCC4"/>
            </a:solidFill>
            <a:prstDash val="solid"/>
          </a:ln>
        </p:spPr>
        <p:txBody>
          <a:bodyPr/>
          <a:lstStyle/>
          <a:p>
            <a:endParaRPr/>
          </a:p>
        </p:txBody>
      </p:sp>
      <p:sp>
        <p:nvSpPr>
          <p:cNvPr id="21" name="Rectangle 20">
            <a:extLst>
              <a:ext uri="{FF2B5EF4-FFF2-40B4-BE49-F238E27FC236}">
                <a16:creationId xmlns:a16="http://schemas.microsoft.com/office/drawing/2014/main" id="{8D0EFBAB-ED1C-4058-B5FB-575C70C7FF2D}"/>
              </a:ext>
            </a:extLst>
          </p:cNvPr>
          <p:cNvSpPr>
            <a:spLocks noGrp="1"/>
          </p:cNvSpPr>
          <p:nvPr/>
        </p:nvSpPr>
        <p:spPr>
          <a:xfrm>
            <a:off x="552450" y="4591050"/>
            <a:ext cx="342900" cy="3048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5</a:t>
            </a:r>
          </a:p>
        </p:txBody>
      </p:sp>
      <p:sp>
        <p:nvSpPr>
          <p:cNvPr id="22" name="Rectangle 21">
            <a:extLst>
              <a:ext uri="{FF2B5EF4-FFF2-40B4-BE49-F238E27FC236}">
                <a16:creationId xmlns:a16="http://schemas.microsoft.com/office/drawing/2014/main" id="{AB8F8DE2-3099-44EA-AABF-26A26452DD4F}"/>
              </a:ext>
            </a:extLst>
          </p:cNvPr>
          <p:cNvSpPr>
            <a:spLocks noGrp="1"/>
          </p:cNvSpPr>
          <p:nvPr/>
        </p:nvSpPr>
        <p:spPr>
          <a:xfrm>
            <a:off x="1143000" y="4591050"/>
            <a:ext cx="2762250" cy="304800"/>
          </a:xfrm>
          <a:prstGeom prst="rect">
            <a:avLst/>
          </a:prstGeom>
          <a:noFill/>
          <a:ln w="0">
            <a:noFill/>
            <a:prstDash val="solid"/>
          </a:ln>
        </p:spPr>
        <p:txBody>
          <a:bodyPr wrap="square" lIns="0" tIns="0" rIns="0" bIns="0" anchor="t">
            <a:noAutofit/>
          </a:bodyPr>
          <a:lstStyle/>
          <a:p>
            <a:pPr algn="l">
              <a:buNone/>
              <a:defRPr sz="1650" b="1">
                <a:solidFill>
                  <a:srgbClr val="0B0B0B"/>
                </a:solidFill>
                <a:latin typeface="Helvetica Neue"/>
                <a:ea typeface="Helvetica Neue"/>
                <a:cs typeface="Helvetica Neue"/>
              </a:defRPr>
            </a:pPr>
            <a:r>
              <a:rPr sz="1650" b="1">
                <a:solidFill>
                  <a:srgbClr val="0B0B0B"/>
                </a:solidFill>
                <a:latin typeface="Helvetica Neue"/>
                <a:ea typeface="Helvetica Neue"/>
                <a:cs typeface="Helvetica Neue"/>
              </a:rPr>
              <a:t>Narrow the fault</a:t>
            </a:r>
          </a:p>
        </p:txBody>
      </p:sp>
      <p:sp>
        <p:nvSpPr>
          <p:cNvPr id="23" name="Rectangle 22">
            <a:extLst>
              <a:ext uri="{FF2B5EF4-FFF2-40B4-BE49-F238E27FC236}">
                <a16:creationId xmlns:a16="http://schemas.microsoft.com/office/drawing/2014/main" id="{664089F3-FECC-49C6-8033-9656C3528176}"/>
              </a:ext>
            </a:extLst>
          </p:cNvPr>
          <p:cNvSpPr>
            <a:spLocks noGrp="1"/>
          </p:cNvSpPr>
          <p:nvPr/>
        </p:nvSpPr>
        <p:spPr>
          <a:xfrm>
            <a:off x="4095750" y="4600575"/>
            <a:ext cx="5905500" cy="304800"/>
          </a:xfrm>
          <a:prstGeom prst="rect">
            <a:avLst/>
          </a:prstGeom>
          <a:noFill/>
          <a:ln w="0">
            <a:noFill/>
            <a:prstDash val="solid"/>
          </a:ln>
        </p:spPr>
        <p:txBody>
          <a:bodyPr wrap="square" lIns="0" tIns="0" rIns="0" bIns="0" anchor="t">
            <a:noAutofit/>
          </a:bodyPr>
          <a:lstStyle/>
          <a:p>
            <a:pPr algn="l">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Focus between last known-good and first incorrect.</a:t>
            </a:r>
          </a:p>
        </p:txBody>
      </p:sp>
      <p:sp>
        <p:nvSpPr>
          <p:cNvPr id="24" name="Straight Connector 23">
            <a:extLst>
              <a:ext uri="{FF2B5EF4-FFF2-40B4-BE49-F238E27FC236}">
                <a16:creationId xmlns:a16="http://schemas.microsoft.com/office/drawing/2014/main" id="{A1551D4A-FC1A-4365-9EBD-C27B9B43D665}"/>
              </a:ext>
            </a:extLst>
          </p:cNvPr>
          <p:cNvSpPr>
            <a:spLocks noGrp="1"/>
          </p:cNvSpPr>
          <p:nvPr/>
        </p:nvSpPr>
        <p:spPr>
          <a:xfrm>
            <a:off x="1143000" y="5048250"/>
            <a:ext cx="8858250" cy="0"/>
          </a:xfrm>
          <a:prstGeom prst="line">
            <a:avLst/>
          </a:prstGeom>
          <a:noFill/>
          <a:ln w="9525">
            <a:solidFill>
              <a:srgbClr val="B8BCC4"/>
            </a:solidFill>
            <a:prstDash val="solid"/>
          </a:ln>
        </p:spPr>
        <p:txBody>
          <a:bodyPr/>
          <a:lstStyle/>
          <a:p>
            <a:endParaRPr/>
          </a:p>
        </p:txBody>
      </p:sp>
      <p:sp>
        <p:nvSpPr>
          <p:cNvPr id="25" name="Rectangle 24">
            <a:extLst>
              <a:ext uri="{FF2B5EF4-FFF2-40B4-BE49-F238E27FC236}">
                <a16:creationId xmlns:a16="http://schemas.microsoft.com/office/drawing/2014/main" id="{3692232A-E54F-4847-BAE5-FC079A0C1881}"/>
              </a:ext>
            </a:extLst>
          </p:cNvPr>
          <p:cNvSpPr>
            <a:spLocks noGrp="1"/>
          </p:cNvSpPr>
          <p:nvPr/>
        </p:nvSpPr>
        <p:spPr>
          <a:xfrm>
            <a:off x="7821827" y="5257800"/>
            <a:ext cx="3863032" cy="628650"/>
          </a:xfrm>
          <a:prstGeom prst="rect">
            <a:avLst/>
          </a:prstGeom>
          <a:solidFill>
            <a:srgbClr val="FFF0F0"/>
          </a:solidFill>
          <a:ln w="19050">
            <a:solidFill>
              <a:srgbClr val="C65353"/>
            </a:solidFill>
            <a:prstDash val="solid"/>
          </a:ln>
        </p:spPr>
        <p:txBody>
          <a:bodyPr wrap="square" lIns="95250" tIns="95250" rIns="95250" bIns="95250" anchor="ctr">
            <a:normAutofit/>
          </a:bodyPr>
          <a:lstStyle/>
          <a:p>
            <a:pPr algn="ctr">
              <a:buNone/>
              <a:defRPr sz="1425" b="1">
                <a:solidFill>
                  <a:srgbClr val="C65353"/>
                </a:solidFill>
                <a:latin typeface="Helvetica Neue"/>
                <a:ea typeface="Helvetica Neue"/>
                <a:cs typeface="Helvetica Neue"/>
              </a:defRPr>
            </a:pPr>
            <a:r>
              <a:rPr sz="1425" b="1">
                <a:solidFill>
                  <a:srgbClr val="C65353"/>
                </a:solidFill>
                <a:latin typeface="Helvetica Neue"/>
                <a:ea typeface="Helvetica Neue"/>
                <a:cs typeface="Helvetica Neue"/>
              </a:rPr>
              <a:t>MONITOR NOT POWERING ON</a:t>
            </a:r>
          </a:p>
        </p:txBody>
      </p:sp>
      <p:sp>
        <p:nvSpPr>
          <p:cNvPr id="26" name="Rectangle 25">
            <a:extLst>
              <a:ext uri="{FF2B5EF4-FFF2-40B4-BE49-F238E27FC236}">
                <a16:creationId xmlns:a16="http://schemas.microsoft.com/office/drawing/2014/main" id="{3FFC2647-49A5-4E68-82BC-DF310286E9DA}"/>
              </a:ext>
            </a:extLst>
          </p:cNvPr>
          <p:cNvSpPr>
            <a:spLocks noGrp="1"/>
          </p:cNvSpPr>
          <p:nvPr/>
        </p:nvSpPr>
        <p:spPr>
          <a:xfrm>
            <a:off x="685800" y="5257800"/>
            <a:ext cx="6953250" cy="333375"/>
          </a:xfrm>
          <a:prstGeom prst="rect">
            <a:avLst/>
          </a:prstGeom>
          <a:noFill/>
          <a:ln w="0">
            <a:noFill/>
            <a:prstDash val="solid"/>
          </a:ln>
        </p:spPr>
        <p:txBody>
          <a:bodyPr wrap="square" lIns="0" tIns="0" rIns="0" bIns="0" anchor="t">
            <a:noAutofit/>
          </a:bodyPr>
          <a:lstStyle/>
          <a:p>
            <a:pPr algn="l">
              <a:buNone/>
              <a:defRPr sz="1500" b="0">
                <a:solidFill>
                  <a:srgbClr val="0B0B0B"/>
                </a:solidFill>
                <a:latin typeface="Helvetica Neue"/>
                <a:ea typeface="Helvetica Neue"/>
                <a:cs typeface="Helvetica Neue"/>
              </a:defRPr>
            </a:pPr>
            <a:r>
              <a:rPr sz="1500" b="0">
                <a:solidFill>
                  <a:srgbClr val="0B0B0B"/>
                </a:solidFill>
                <a:latin typeface="Helvetica Neue"/>
                <a:ea typeface="Helvetica Neue"/>
                <a:cs typeface="Helvetica Neue"/>
              </a:rPr>
              <a:t>Check source → connector → fuse/switch → supply → monitor</a:t>
            </a:r>
          </a:p>
        </p:txBody>
      </p:sp>
      <p:sp>
        <p:nvSpPr>
          <p:cNvPr id="28" name="Straight Connector 27">
            <a:extLst>
              <a:ext uri="{FF2B5EF4-FFF2-40B4-BE49-F238E27FC236}">
                <a16:creationId xmlns:a16="http://schemas.microsoft.com/office/drawing/2014/main" id="{3A3DF574-4EF6-2DD7-F93A-56BF0DCF6FD9}"/>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25228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FA06AD0E-0086-452A-BF08-B22363FD5162}"/>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TROUBLESHOOTING STEPS</a:t>
            </a:r>
          </a:p>
        </p:txBody>
      </p:sp>
      <p:sp>
        <p:nvSpPr>
          <p:cNvPr id="2" name="Rectangle 1">
            <a:extLst>
              <a:ext uri="{FF2B5EF4-FFF2-40B4-BE49-F238E27FC236}">
                <a16:creationId xmlns:a16="http://schemas.microsoft.com/office/drawing/2014/main" id="{1F09B287-786E-4648-926C-7EFB6E1EBD5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Use evidence to isolate the fault.</a:t>
            </a:r>
          </a:p>
        </p:txBody>
      </p:sp>
      <p:sp>
        <p:nvSpPr>
          <p:cNvPr id="5" name="Rectangle 4">
            <a:extLst>
              <a:ext uri="{FF2B5EF4-FFF2-40B4-BE49-F238E27FC236}">
                <a16:creationId xmlns:a16="http://schemas.microsoft.com/office/drawing/2014/main" id="{E91FFC21-CC20-420B-B4FE-8C658060D4DE}"/>
              </a:ext>
            </a:extLst>
          </p:cNvPr>
          <p:cNvSpPr>
            <a:spLocks noGrp="1"/>
          </p:cNvSpPr>
          <p:nvPr/>
        </p:nvSpPr>
        <p:spPr>
          <a:xfrm>
            <a:off x="400050" y="16954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1</a:t>
            </a:r>
          </a:p>
        </p:txBody>
      </p:sp>
      <p:sp>
        <p:nvSpPr>
          <p:cNvPr id="6" name="Rectangle 5">
            <a:extLst>
              <a:ext uri="{FF2B5EF4-FFF2-40B4-BE49-F238E27FC236}">
                <a16:creationId xmlns:a16="http://schemas.microsoft.com/office/drawing/2014/main" id="{0B28EB84-FD0C-4BAF-A1E3-C64C863EC15F}"/>
              </a:ext>
            </a:extLst>
          </p:cNvPr>
          <p:cNvSpPr>
            <a:spLocks noGrp="1"/>
          </p:cNvSpPr>
          <p:nvPr/>
        </p:nvSpPr>
        <p:spPr>
          <a:xfrm>
            <a:off x="952500" y="16954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Define the symptom</a:t>
            </a:r>
          </a:p>
        </p:txBody>
      </p:sp>
      <p:sp>
        <p:nvSpPr>
          <p:cNvPr id="7" name="Rectangle 6">
            <a:extLst>
              <a:ext uri="{FF2B5EF4-FFF2-40B4-BE49-F238E27FC236}">
                <a16:creationId xmlns:a16="http://schemas.microsoft.com/office/drawing/2014/main" id="{D7FB2F70-09B5-4AF7-8C99-94BB5B4FCC7D}"/>
              </a:ext>
            </a:extLst>
          </p:cNvPr>
          <p:cNvSpPr>
            <a:spLocks noGrp="1"/>
          </p:cNvSpPr>
          <p:nvPr/>
        </p:nvSpPr>
        <p:spPr>
          <a:xfrm>
            <a:off x="952500" y="20193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What is not working, under what conditions, and what still works?</a:t>
            </a:r>
          </a:p>
        </p:txBody>
      </p:sp>
      <p:sp>
        <p:nvSpPr>
          <p:cNvPr id="8" name="Straight Connector 7">
            <a:extLst>
              <a:ext uri="{FF2B5EF4-FFF2-40B4-BE49-F238E27FC236}">
                <a16:creationId xmlns:a16="http://schemas.microsoft.com/office/drawing/2014/main" id="{7AA67CEA-B9B8-40E5-B7DD-09520E7886B3}"/>
              </a:ext>
            </a:extLst>
          </p:cNvPr>
          <p:cNvSpPr>
            <a:spLocks noGrp="1"/>
          </p:cNvSpPr>
          <p:nvPr/>
        </p:nvSpPr>
        <p:spPr>
          <a:xfrm>
            <a:off x="952500" y="2438400"/>
            <a:ext cx="4762500" cy="0"/>
          </a:xfrm>
          <a:prstGeom prst="line">
            <a:avLst/>
          </a:prstGeom>
          <a:noFill/>
          <a:ln w="9525">
            <a:solidFill>
              <a:srgbClr val="B8BCC4"/>
            </a:solidFill>
            <a:prstDash val="solid"/>
          </a:ln>
        </p:spPr>
        <p:txBody>
          <a:bodyPr/>
          <a:lstStyle/>
          <a:p>
            <a:endParaRPr/>
          </a:p>
        </p:txBody>
      </p:sp>
      <p:sp>
        <p:nvSpPr>
          <p:cNvPr id="9" name="Rectangle 8">
            <a:extLst>
              <a:ext uri="{FF2B5EF4-FFF2-40B4-BE49-F238E27FC236}">
                <a16:creationId xmlns:a16="http://schemas.microsoft.com/office/drawing/2014/main" id="{9006959D-7AE2-49C5-9F24-4FC328674560}"/>
              </a:ext>
            </a:extLst>
          </p:cNvPr>
          <p:cNvSpPr>
            <a:spLocks noGrp="1"/>
          </p:cNvSpPr>
          <p:nvPr/>
        </p:nvSpPr>
        <p:spPr>
          <a:xfrm>
            <a:off x="400050" y="25717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2</a:t>
            </a:r>
          </a:p>
        </p:txBody>
      </p:sp>
      <p:sp>
        <p:nvSpPr>
          <p:cNvPr id="10" name="Rectangle 9">
            <a:extLst>
              <a:ext uri="{FF2B5EF4-FFF2-40B4-BE49-F238E27FC236}">
                <a16:creationId xmlns:a16="http://schemas.microsoft.com/office/drawing/2014/main" id="{3A4EC27F-1724-48A4-BD07-F65289DA4117}"/>
              </a:ext>
            </a:extLst>
          </p:cNvPr>
          <p:cNvSpPr>
            <a:spLocks noGrp="1"/>
          </p:cNvSpPr>
          <p:nvPr/>
        </p:nvSpPr>
        <p:spPr>
          <a:xfrm>
            <a:off x="952500" y="25717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Make it safe</a:t>
            </a:r>
          </a:p>
        </p:txBody>
      </p:sp>
      <p:sp>
        <p:nvSpPr>
          <p:cNvPr id="11" name="Rectangle 10">
            <a:extLst>
              <a:ext uri="{FF2B5EF4-FFF2-40B4-BE49-F238E27FC236}">
                <a16:creationId xmlns:a16="http://schemas.microsoft.com/office/drawing/2014/main" id="{7C43186B-03F7-4FEA-B5AF-6DDE283892A9}"/>
              </a:ext>
            </a:extLst>
          </p:cNvPr>
          <p:cNvSpPr>
            <a:spLocks noGrp="1"/>
          </p:cNvSpPr>
          <p:nvPr/>
        </p:nvSpPr>
        <p:spPr>
          <a:xfrm>
            <a:off x="952500" y="28956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Control energy, secure moving parts, and apply required barriers or PPE.</a:t>
            </a:r>
          </a:p>
        </p:txBody>
      </p:sp>
      <p:sp>
        <p:nvSpPr>
          <p:cNvPr id="12" name="Straight Connector 11">
            <a:extLst>
              <a:ext uri="{FF2B5EF4-FFF2-40B4-BE49-F238E27FC236}">
                <a16:creationId xmlns:a16="http://schemas.microsoft.com/office/drawing/2014/main" id="{71D1F94D-32B3-46EE-9C64-619A7F14A5CE}"/>
              </a:ext>
            </a:extLst>
          </p:cNvPr>
          <p:cNvSpPr>
            <a:spLocks noGrp="1"/>
          </p:cNvSpPr>
          <p:nvPr/>
        </p:nvSpPr>
        <p:spPr>
          <a:xfrm>
            <a:off x="952500" y="3314700"/>
            <a:ext cx="4762500" cy="0"/>
          </a:xfrm>
          <a:prstGeom prst="line">
            <a:avLst/>
          </a:prstGeom>
          <a:noFill/>
          <a:ln w="9525">
            <a:solidFill>
              <a:srgbClr val="B8BCC4"/>
            </a:solidFill>
            <a:prstDash val="solid"/>
          </a:ln>
        </p:spPr>
        <p:txBody>
          <a:bodyPr/>
          <a:lstStyle/>
          <a:p>
            <a:endParaRPr/>
          </a:p>
        </p:txBody>
      </p:sp>
      <p:sp>
        <p:nvSpPr>
          <p:cNvPr id="13" name="Rectangle 12">
            <a:extLst>
              <a:ext uri="{FF2B5EF4-FFF2-40B4-BE49-F238E27FC236}">
                <a16:creationId xmlns:a16="http://schemas.microsoft.com/office/drawing/2014/main" id="{75317793-8FB8-4436-A90E-A2D8371AAFC9}"/>
              </a:ext>
            </a:extLst>
          </p:cNvPr>
          <p:cNvSpPr>
            <a:spLocks noGrp="1"/>
          </p:cNvSpPr>
          <p:nvPr/>
        </p:nvSpPr>
        <p:spPr>
          <a:xfrm>
            <a:off x="400050" y="34480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3</a:t>
            </a:r>
          </a:p>
        </p:txBody>
      </p:sp>
      <p:sp>
        <p:nvSpPr>
          <p:cNvPr id="14" name="Rectangle 13">
            <a:extLst>
              <a:ext uri="{FF2B5EF4-FFF2-40B4-BE49-F238E27FC236}">
                <a16:creationId xmlns:a16="http://schemas.microsoft.com/office/drawing/2014/main" id="{97EE21A4-33AF-4EB6-9568-303C916FD96E}"/>
              </a:ext>
            </a:extLst>
          </p:cNvPr>
          <p:cNvSpPr>
            <a:spLocks noGrp="1"/>
          </p:cNvSpPr>
          <p:nvPr/>
        </p:nvSpPr>
        <p:spPr>
          <a:xfrm>
            <a:off x="952500" y="34480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Gather evidence</a:t>
            </a:r>
          </a:p>
        </p:txBody>
      </p:sp>
      <p:sp>
        <p:nvSpPr>
          <p:cNvPr id="15" name="Rectangle 14">
            <a:extLst>
              <a:ext uri="{FF2B5EF4-FFF2-40B4-BE49-F238E27FC236}">
                <a16:creationId xmlns:a16="http://schemas.microsoft.com/office/drawing/2014/main" id="{E28314E6-E42C-4059-88D5-A33B0FA1A412}"/>
              </a:ext>
            </a:extLst>
          </p:cNvPr>
          <p:cNvSpPr>
            <a:spLocks noGrp="1"/>
          </p:cNvSpPr>
          <p:nvPr/>
        </p:nvSpPr>
        <p:spPr>
          <a:xfrm>
            <a:off x="952500" y="37719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What changed, when did it start, and was the equipment recently serviced?</a:t>
            </a:r>
          </a:p>
        </p:txBody>
      </p:sp>
      <p:sp>
        <p:nvSpPr>
          <p:cNvPr id="16" name="Straight Connector 15">
            <a:extLst>
              <a:ext uri="{FF2B5EF4-FFF2-40B4-BE49-F238E27FC236}">
                <a16:creationId xmlns:a16="http://schemas.microsoft.com/office/drawing/2014/main" id="{50635C7E-C8FF-47CF-9C06-04BC6F4E8C49}"/>
              </a:ext>
            </a:extLst>
          </p:cNvPr>
          <p:cNvSpPr>
            <a:spLocks noGrp="1"/>
          </p:cNvSpPr>
          <p:nvPr/>
        </p:nvSpPr>
        <p:spPr>
          <a:xfrm>
            <a:off x="952500" y="4191000"/>
            <a:ext cx="4762500" cy="0"/>
          </a:xfrm>
          <a:prstGeom prst="line">
            <a:avLst/>
          </a:prstGeom>
          <a:noFill/>
          <a:ln w="9525">
            <a:solidFill>
              <a:srgbClr val="B8BCC4"/>
            </a:solidFill>
            <a:prstDash val="solid"/>
          </a:ln>
        </p:spPr>
        <p:txBody>
          <a:bodyPr/>
          <a:lstStyle/>
          <a:p>
            <a:endParaRPr/>
          </a:p>
        </p:txBody>
      </p:sp>
      <p:sp>
        <p:nvSpPr>
          <p:cNvPr id="17" name="Rectangle 16">
            <a:extLst>
              <a:ext uri="{FF2B5EF4-FFF2-40B4-BE49-F238E27FC236}">
                <a16:creationId xmlns:a16="http://schemas.microsoft.com/office/drawing/2014/main" id="{3AC25591-992F-4491-93C3-DC5401658EE3}"/>
              </a:ext>
            </a:extLst>
          </p:cNvPr>
          <p:cNvSpPr>
            <a:spLocks noGrp="1"/>
          </p:cNvSpPr>
          <p:nvPr/>
        </p:nvSpPr>
        <p:spPr>
          <a:xfrm>
            <a:off x="400050" y="43243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4</a:t>
            </a:r>
          </a:p>
        </p:txBody>
      </p:sp>
      <p:sp>
        <p:nvSpPr>
          <p:cNvPr id="18" name="Rectangle 17">
            <a:extLst>
              <a:ext uri="{FF2B5EF4-FFF2-40B4-BE49-F238E27FC236}">
                <a16:creationId xmlns:a16="http://schemas.microsoft.com/office/drawing/2014/main" id="{0181C7BE-601F-4519-BD9C-C9C5158D0EE2}"/>
              </a:ext>
            </a:extLst>
          </p:cNvPr>
          <p:cNvSpPr>
            <a:spLocks noGrp="1"/>
          </p:cNvSpPr>
          <p:nvPr/>
        </p:nvSpPr>
        <p:spPr>
          <a:xfrm>
            <a:off x="952500" y="43243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Predict the path</a:t>
            </a:r>
          </a:p>
        </p:txBody>
      </p:sp>
      <p:sp>
        <p:nvSpPr>
          <p:cNvPr id="19" name="Rectangle 18">
            <a:extLst>
              <a:ext uri="{FF2B5EF4-FFF2-40B4-BE49-F238E27FC236}">
                <a16:creationId xmlns:a16="http://schemas.microsoft.com/office/drawing/2014/main" id="{DFFDB7AA-AF0D-4E88-9FBC-F7C6ADEF9E4F}"/>
              </a:ext>
            </a:extLst>
          </p:cNvPr>
          <p:cNvSpPr>
            <a:spLocks noGrp="1"/>
          </p:cNvSpPr>
          <p:nvPr/>
        </p:nvSpPr>
        <p:spPr>
          <a:xfrm>
            <a:off x="952500" y="46482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Use the documentation to identify source, protection, control, path, load, and return.</a:t>
            </a:r>
          </a:p>
        </p:txBody>
      </p:sp>
      <p:sp>
        <p:nvSpPr>
          <p:cNvPr id="20" name="Straight Connector 19">
            <a:extLst>
              <a:ext uri="{FF2B5EF4-FFF2-40B4-BE49-F238E27FC236}">
                <a16:creationId xmlns:a16="http://schemas.microsoft.com/office/drawing/2014/main" id="{62D5409C-44FA-43E1-88A2-B9C9CF832C31}"/>
              </a:ext>
            </a:extLst>
          </p:cNvPr>
          <p:cNvSpPr>
            <a:spLocks noGrp="1"/>
          </p:cNvSpPr>
          <p:nvPr/>
        </p:nvSpPr>
        <p:spPr>
          <a:xfrm>
            <a:off x="952500" y="5067300"/>
            <a:ext cx="4762500" cy="0"/>
          </a:xfrm>
          <a:prstGeom prst="line">
            <a:avLst/>
          </a:prstGeom>
          <a:noFill/>
          <a:ln w="9525">
            <a:solidFill>
              <a:srgbClr val="B8BCC4"/>
            </a:solidFill>
            <a:prstDash val="solid"/>
          </a:ln>
        </p:spPr>
        <p:txBody>
          <a:bodyPr/>
          <a:lstStyle/>
          <a:p>
            <a:endParaRPr/>
          </a:p>
        </p:txBody>
      </p:sp>
      <p:sp>
        <p:nvSpPr>
          <p:cNvPr id="21" name="Rectangle 20">
            <a:extLst>
              <a:ext uri="{FF2B5EF4-FFF2-40B4-BE49-F238E27FC236}">
                <a16:creationId xmlns:a16="http://schemas.microsoft.com/office/drawing/2014/main" id="{BF5CFB9E-47E7-45FE-96D3-CE9090C6E300}"/>
              </a:ext>
            </a:extLst>
          </p:cNvPr>
          <p:cNvSpPr>
            <a:spLocks noGrp="1"/>
          </p:cNvSpPr>
          <p:nvPr/>
        </p:nvSpPr>
        <p:spPr>
          <a:xfrm>
            <a:off x="6305550" y="16954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5</a:t>
            </a:r>
          </a:p>
        </p:txBody>
      </p:sp>
      <p:sp>
        <p:nvSpPr>
          <p:cNvPr id="22" name="Rectangle 21">
            <a:extLst>
              <a:ext uri="{FF2B5EF4-FFF2-40B4-BE49-F238E27FC236}">
                <a16:creationId xmlns:a16="http://schemas.microsoft.com/office/drawing/2014/main" id="{9C4870C2-9C3F-45E2-A42F-FB8407E922B8}"/>
              </a:ext>
            </a:extLst>
          </p:cNvPr>
          <p:cNvSpPr>
            <a:spLocks noGrp="1"/>
          </p:cNvSpPr>
          <p:nvPr/>
        </p:nvSpPr>
        <p:spPr>
          <a:xfrm>
            <a:off x="6858000" y="16954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Inspect first</a:t>
            </a:r>
          </a:p>
        </p:txBody>
      </p:sp>
      <p:sp>
        <p:nvSpPr>
          <p:cNvPr id="23" name="Rectangle 22">
            <a:extLst>
              <a:ext uri="{FF2B5EF4-FFF2-40B4-BE49-F238E27FC236}">
                <a16:creationId xmlns:a16="http://schemas.microsoft.com/office/drawing/2014/main" id="{5BA1A78A-B43B-44D7-B78C-69A151AE7F2F}"/>
              </a:ext>
            </a:extLst>
          </p:cNvPr>
          <p:cNvSpPr>
            <a:spLocks noGrp="1"/>
          </p:cNvSpPr>
          <p:nvPr/>
        </p:nvSpPr>
        <p:spPr>
          <a:xfrm>
            <a:off x="6858000" y="20193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Look for loose connectors, damage, heat, corrosion, contamination, or incorrect assembly.</a:t>
            </a:r>
          </a:p>
        </p:txBody>
      </p:sp>
      <p:sp>
        <p:nvSpPr>
          <p:cNvPr id="24" name="Straight Connector 23">
            <a:extLst>
              <a:ext uri="{FF2B5EF4-FFF2-40B4-BE49-F238E27FC236}">
                <a16:creationId xmlns:a16="http://schemas.microsoft.com/office/drawing/2014/main" id="{68F3C70B-6798-4F30-8494-DC73178CC42B}"/>
              </a:ext>
            </a:extLst>
          </p:cNvPr>
          <p:cNvSpPr>
            <a:spLocks noGrp="1"/>
          </p:cNvSpPr>
          <p:nvPr/>
        </p:nvSpPr>
        <p:spPr>
          <a:xfrm>
            <a:off x="6858000" y="2438400"/>
            <a:ext cx="4762500" cy="0"/>
          </a:xfrm>
          <a:prstGeom prst="line">
            <a:avLst/>
          </a:prstGeom>
          <a:noFill/>
          <a:ln w="9525">
            <a:solidFill>
              <a:srgbClr val="B8BCC4"/>
            </a:solidFill>
            <a:prstDash val="solid"/>
          </a:ln>
        </p:spPr>
        <p:txBody>
          <a:bodyPr/>
          <a:lstStyle/>
          <a:p>
            <a:endParaRPr/>
          </a:p>
        </p:txBody>
      </p:sp>
      <p:sp>
        <p:nvSpPr>
          <p:cNvPr id="25" name="Rectangle 24">
            <a:extLst>
              <a:ext uri="{FF2B5EF4-FFF2-40B4-BE49-F238E27FC236}">
                <a16:creationId xmlns:a16="http://schemas.microsoft.com/office/drawing/2014/main" id="{C80DA499-1961-48A0-AFAF-32C2C2FD74A9}"/>
              </a:ext>
            </a:extLst>
          </p:cNvPr>
          <p:cNvSpPr>
            <a:spLocks noGrp="1"/>
          </p:cNvSpPr>
          <p:nvPr/>
        </p:nvSpPr>
        <p:spPr>
          <a:xfrm>
            <a:off x="6305550" y="25717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6</a:t>
            </a:r>
          </a:p>
        </p:txBody>
      </p:sp>
      <p:sp>
        <p:nvSpPr>
          <p:cNvPr id="26" name="Rectangle 25">
            <a:extLst>
              <a:ext uri="{FF2B5EF4-FFF2-40B4-BE49-F238E27FC236}">
                <a16:creationId xmlns:a16="http://schemas.microsoft.com/office/drawing/2014/main" id="{F9CAB0BC-ADDA-4E78-B010-3F3A68A53BA6}"/>
              </a:ext>
            </a:extLst>
          </p:cNvPr>
          <p:cNvSpPr>
            <a:spLocks noGrp="1"/>
          </p:cNvSpPr>
          <p:nvPr/>
        </p:nvSpPr>
        <p:spPr>
          <a:xfrm>
            <a:off x="6858000" y="25717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Test with purpose</a:t>
            </a:r>
          </a:p>
        </p:txBody>
      </p:sp>
      <p:sp>
        <p:nvSpPr>
          <p:cNvPr id="27" name="Rectangle 26">
            <a:extLst>
              <a:ext uri="{FF2B5EF4-FFF2-40B4-BE49-F238E27FC236}">
                <a16:creationId xmlns:a16="http://schemas.microsoft.com/office/drawing/2014/main" id="{D1362144-0207-4DB7-AE82-9C03AD299E00}"/>
              </a:ext>
            </a:extLst>
          </p:cNvPr>
          <p:cNvSpPr>
            <a:spLocks noGrp="1"/>
          </p:cNvSpPr>
          <p:nvPr/>
        </p:nvSpPr>
        <p:spPr>
          <a:xfrm>
            <a:off x="6858000" y="28956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Measure from a known source toward the load, or split the path at a logical point.</a:t>
            </a:r>
          </a:p>
        </p:txBody>
      </p:sp>
      <p:sp>
        <p:nvSpPr>
          <p:cNvPr id="28" name="Straight Connector 27">
            <a:extLst>
              <a:ext uri="{FF2B5EF4-FFF2-40B4-BE49-F238E27FC236}">
                <a16:creationId xmlns:a16="http://schemas.microsoft.com/office/drawing/2014/main" id="{9CB60E21-D948-477E-A607-371BB6FB9394}"/>
              </a:ext>
            </a:extLst>
          </p:cNvPr>
          <p:cNvSpPr>
            <a:spLocks noGrp="1"/>
          </p:cNvSpPr>
          <p:nvPr/>
        </p:nvSpPr>
        <p:spPr>
          <a:xfrm>
            <a:off x="6858000" y="3314700"/>
            <a:ext cx="4762500" cy="0"/>
          </a:xfrm>
          <a:prstGeom prst="line">
            <a:avLst/>
          </a:prstGeom>
          <a:noFill/>
          <a:ln w="9525">
            <a:solidFill>
              <a:srgbClr val="B8BCC4"/>
            </a:solidFill>
            <a:prstDash val="solid"/>
          </a:ln>
        </p:spPr>
        <p:txBody>
          <a:bodyPr/>
          <a:lstStyle/>
          <a:p>
            <a:endParaRPr/>
          </a:p>
        </p:txBody>
      </p:sp>
      <p:sp>
        <p:nvSpPr>
          <p:cNvPr id="29" name="Rectangle 28">
            <a:extLst>
              <a:ext uri="{FF2B5EF4-FFF2-40B4-BE49-F238E27FC236}">
                <a16:creationId xmlns:a16="http://schemas.microsoft.com/office/drawing/2014/main" id="{3EEC9AEB-B2C2-4B28-A715-C8DE4629C66C}"/>
              </a:ext>
            </a:extLst>
          </p:cNvPr>
          <p:cNvSpPr>
            <a:spLocks noGrp="1"/>
          </p:cNvSpPr>
          <p:nvPr/>
        </p:nvSpPr>
        <p:spPr>
          <a:xfrm>
            <a:off x="6305550" y="34480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7</a:t>
            </a:r>
          </a:p>
        </p:txBody>
      </p:sp>
      <p:sp>
        <p:nvSpPr>
          <p:cNvPr id="30" name="Rectangle 29">
            <a:extLst>
              <a:ext uri="{FF2B5EF4-FFF2-40B4-BE49-F238E27FC236}">
                <a16:creationId xmlns:a16="http://schemas.microsoft.com/office/drawing/2014/main" id="{E99F103E-49E3-4F38-A87D-C621D84988B7}"/>
              </a:ext>
            </a:extLst>
          </p:cNvPr>
          <p:cNvSpPr>
            <a:spLocks noGrp="1"/>
          </p:cNvSpPr>
          <p:nvPr/>
        </p:nvSpPr>
        <p:spPr>
          <a:xfrm>
            <a:off x="6858000" y="34480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Correct and verify</a:t>
            </a:r>
          </a:p>
        </p:txBody>
      </p:sp>
      <p:sp>
        <p:nvSpPr>
          <p:cNvPr id="31" name="Rectangle 30">
            <a:extLst>
              <a:ext uri="{FF2B5EF4-FFF2-40B4-BE49-F238E27FC236}">
                <a16:creationId xmlns:a16="http://schemas.microsoft.com/office/drawing/2014/main" id="{F1924D2E-4A97-45E5-9ADB-74E5C59F207A}"/>
              </a:ext>
            </a:extLst>
          </p:cNvPr>
          <p:cNvSpPr>
            <a:spLocks noGrp="1"/>
          </p:cNvSpPr>
          <p:nvPr/>
        </p:nvSpPr>
        <p:spPr>
          <a:xfrm>
            <a:off x="6858000" y="37719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Repair the cause, then retest under the original failure condition.</a:t>
            </a:r>
          </a:p>
        </p:txBody>
      </p:sp>
      <p:sp>
        <p:nvSpPr>
          <p:cNvPr id="32" name="Straight Connector 31">
            <a:extLst>
              <a:ext uri="{FF2B5EF4-FFF2-40B4-BE49-F238E27FC236}">
                <a16:creationId xmlns:a16="http://schemas.microsoft.com/office/drawing/2014/main" id="{3B035C03-BFF2-4502-A2A5-156CEC6EEEC2}"/>
              </a:ext>
            </a:extLst>
          </p:cNvPr>
          <p:cNvSpPr>
            <a:spLocks noGrp="1"/>
          </p:cNvSpPr>
          <p:nvPr/>
        </p:nvSpPr>
        <p:spPr>
          <a:xfrm>
            <a:off x="6858000" y="4191000"/>
            <a:ext cx="4762500" cy="0"/>
          </a:xfrm>
          <a:prstGeom prst="line">
            <a:avLst/>
          </a:prstGeom>
          <a:noFill/>
          <a:ln w="9525">
            <a:solidFill>
              <a:srgbClr val="B8BCC4"/>
            </a:solidFill>
            <a:prstDash val="solid"/>
          </a:ln>
        </p:spPr>
        <p:txBody>
          <a:bodyPr/>
          <a:lstStyle/>
          <a:p>
            <a:endParaRPr/>
          </a:p>
        </p:txBody>
      </p:sp>
      <p:sp>
        <p:nvSpPr>
          <p:cNvPr id="33" name="Rectangle 32">
            <a:extLst>
              <a:ext uri="{FF2B5EF4-FFF2-40B4-BE49-F238E27FC236}">
                <a16:creationId xmlns:a16="http://schemas.microsoft.com/office/drawing/2014/main" id="{3784478D-9959-4CA8-8C64-5A071509C0CF}"/>
              </a:ext>
            </a:extLst>
          </p:cNvPr>
          <p:cNvSpPr>
            <a:spLocks noGrp="1"/>
          </p:cNvSpPr>
          <p:nvPr/>
        </p:nvSpPr>
        <p:spPr>
          <a:xfrm>
            <a:off x="6305550" y="4324350"/>
            <a:ext cx="323850" cy="266700"/>
          </a:xfrm>
          <a:prstGeom prst="rect">
            <a:avLst/>
          </a:prstGeom>
          <a:noFill/>
          <a:ln w="0">
            <a:noFill/>
            <a:prstDash val="solid"/>
          </a:ln>
        </p:spPr>
        <p:txBody>
          <a:bodyPr wrap="square" lIns="0" tIns="0" rIns="0" bIns="0" anchor="t">
            <a:noAutofit/>
          </a:bodyPr>
          <a:lstStyle/>
          <a:p>
            <a:pPr algn="l">
              <a:buNone/>
              <a:defRPr sz="1575" b="1">
                <a:solidFill>
                  <a:srgbClr val="03699B"/>
                </a:solidFill>
                <a:latin typeface="Helvetica Neue"/>
                <a:ea typeface="Helvetica Neue"/>
                <a:cs typeface="Helvetica Neue"/>
              </a:defRPr>
            </a:pPr>
            <a:r>
              <a:rPr sz="1575" b="1">
                <a:solidFill>
                  <a:srgbClr val="03699B"/>
                </a:solidFill>
                <a:latin typeface="Helvetica Neue"/>
                <a:ea typeface="Helvetica Neue"/>
                <a:cs typeface="Helvetica Neue"/>
              </a:rPr>
              <a:t>8</a:t>
            </a:r>
          </a:p>
        </p:txBody>
      </p:sp>
      <p:sp>
        <p:nvSpPr>
          <p:cNvPr id="34" name="Rectangle 33">
            <a:extLst>
              <a:ext uri="{FF2B5EF4-FFF2-40B4-BE49-F238E27FC236}">
                <a16:creationId xmlns:a16="http://schemas.microsoft.com/office/drawing/2014/main" id="{6788C07B-21B5-4F5F-944E-C505156C3BB4}"/>
              </a:ext>
            </a:extLst>
          </p:cNvPr>
          <p:cNvSpPr>
            <a:spLocks noGrp="1"/>
          </p:cNvSpPr>
          <p:nvPr/>
        </p:nvSpPr>
        <p:spPr>
          <a:xfrm>
            <a:off x="6858000" y="4324350"/>
            <a:ext cx="2476500" cy="285750"/>
          </a:xfrm>
          <a:prstGeom prst="rect">
            <a:avLst/>
          </a:prstGeom>
          <a:noFill/>
          <a:ln w="0">
            <a:noFill/>
            <a:prstDash val="solid"/>
          </a:ln>
        </p:spPr>
        <p:txBody>
          <a:bodyPr wrap="square" lIns="0" tIns="0" rIns="0" bIns="0" anchor="t">
            <a:noAutofit/>
          </a:bodyPr>
          <a:lstStyle/>
          <a:p>
            <a:pPr algn="l">
              <a:buNone/>
              <a:defRPr sz="1500" b="1">
                <a:solidFill>
                  <a:srgbClr val="0B0B0B"/>
                </a:solidFill>
                <a:latin typeface="Helvetica Neue"/>
                <a:ea typeface="Helvetica Neue"/>
                <a:cs typeface="Helvetica Neue"/>
              </a:defRPr>
            </a:pPr>
            <a:r>
              <a:rPr sz="1500" b="1">
                <a:solidFill>
                  <a:srgbClr val="0B0B0B"/>
                </a:solidFill>
                <a:latin typeface="Helvetica Neue"/>
                <a:ea typeface="Helvetica Neue"/>
                <a:cs typeface="Helvetica Neue"/>
              </a:rPr>
              <a:t>Document the handoff</a:t>
            </a:r>
          </a:p>
        </p:txBody>
      </p:sp>
      <p:sp>
        <p:nvSpPr>
          <p:cNvPr id="35" name="Rectangle 34">
            <a:extLst>
              <a:ext uri="{FF2B5EF4-FFF2-40B4-BE49-F238E27FC236}">
                <a16:creationId xmlns:a16="http://schemas.microsoft.com/office/drawing/2014/main" id="{F15F3F5B-E8A4-422B-9EF4-5BAC4CA68615}"/>
              </a:ext>
            </a:extLst>
          </p:cNvPr>
          <p:cNvSpPr>
            <a:spLocks noGrp="1"/>
          </p:cNvSpPr>
          <p:nvPr/>
        </p:nvSpPr>
        <p:spPr>
          <a:xfrm>
            <a:off x="6858000" y="4648200"/>
            <a:ext cx="4762500" cy="361950"/>
          </a:xfrm>
          <a:prstGeom prst="rect">
            <a:avLst/>
          </a:prstGeom>
          <a:noFill/>
          <a:ln w="0">
            <a:noFill/>
            <a:prstDash val="solid"/>
          </a:ln>
        </p:spPr>
        <p:txBody>
          <a:bodyPr wrap="square" lIns="0" tIns="0" rIns="0" bIns="0" anchor="t">
            <a:no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Record the symptom, test points, readings, action, verification, and follow-up.</a:t>
            </a:r>
          </a:p>
        </p:txBody>
      </p:sp>
      <p:sp>
        <p:nvSpPr>
          <p:cNvPr id="36" name="Straight Connector 35">
            <a:extLst>
              <a:ext uri="{FF2B5EF4-FFF2-40B4-BE49-F238E27FC236}">
                <a16:creationId xmlns:a16="http://schemas.microsoft.com/office/drawing/2014/main" id="{95FEC6D6-6AFE-4086-87B2-938470153583}"/>
              </a:ext>
            </a:extLst>
          </p:cNvPr>
          <p:cNvSpPr>
            <a:spLocks noGrp="1"/>
          </p:cNvSpPr>
          <p:nvPr/>
        </p:nvSpPr>
        <p:spPr>
          <a:xfrm>
            <a:off x="6858000" y="5067300"/>
            <a:ext cx="4762500" cy="0"/>
          </a:xfrm>
          <a:prstGeom prst="line">
            <a:avLst/>
          </a:prstGeom>
          <a:noFill/>
          <a:ln w="9525">
            <a:solidFill>
              <a:srgbClr val="B8BCC4"/>
            </a:solidFill>
            <a:prstDash val="solid"/>
          </a:ln>
        </p:spPr>
        <p:txBody>
          <a:bodyPr/>
          <a:lstStyle/>
          <a:p>
            <a:endParaRPr/>
          </a:p>
        </p:txBody>
      </p:sp>
      <p:sp>
        <p:nvSpPr>
          <p:cNvPr id="38" name="Straight Connector 37">
            <a:extLst>
              <a:ext uri="{FF2B5EF4-FFF2-40B4-BE49-F238E27FC236}">
                <a16:creationId xmlns:a16="http://schemas.microsoft.com/office/drawing/2014/main" id="{42046F34-63C2-2EF3-46C2-AA3E8A56E1B8}"/>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785089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DBB2FE1-ABC7-4E51-A199-8502A9849BC9}"/>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SYMPTOM GUIDE</a:t>
            </a:r>
          </a:p>
        </p:txBody>
      </p:sp>
      <p:sp>
        <p:nvSpPr>
          <p:cNvPr id="2" name="Rectangle 1">
            <a:extLst>
              <a:ext uri="{FF2B5EF4-FFF2-40B4-BE49-F238E27FC236}">
                <a16:creationId xmlns:a16="http://schemas.microsoft.com/office/drawing/2014/main" id="{FA7134D7-D5AB-46A2-9514-C7CE62CEDFF9}"/>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Let the symptom guide the next test.</a:t>
            </a:r>
          </a:p>
        </p:txBody>
      </p:sp>
      <p:sp>
        <p:nvSpPr>
          <p:cNvPr id="5" name="Rectangle 4">
            <a:extLst>
              <a:ext uri="{FF2B5EF4-FFF2-40B4-BE49-F238E27FC236}">
                <a16:creationId xmlns:a16="http://schemas.microsoft.com/office/drawing/2014/main" id="{F4BBEA99-2ED9-4858-AF0C-D5DDAB06D46C}"/>
              </a:ext>
            </a:extLst>
          </p:cNvPr>
          <p:cNvSpPr>
            <a:spLocks noGrp="1"/>
          </p:cNvSpPr>
          <p:nvPr/>
        </p:nvSpPr>
        <p:spPr>
          <a:xfrm>
            <a:off x="400050" y="1666875"/>
            <a:ext cx="2476500" cy="228600"/>
          </a:xfrm>
          <a:prstGeom prst="rect">
            <a:avLst/>
          </a:prstGeom>
          <a:noFill/>
          <a:ln w="0">
            <a:noFill/>
            <a:prstDash val="solid"/>
          </a:ln>
        </p:spPr>
        <p:txBody>
          <a:bodyPr wrap="square" lIns="0" tIns="0" rIns="0" bIns="0" anchor="t">
            <a:noAutofit/>
          </a:bodyPr>
          <a:lstStyle/>
          <a:p>
            <a:pPr algn="l">
              <a:buNone/>
              <a:defRPr sz="1125" b="1">
                <a:solidFill>
                  <a:srgbClr val="03699B"/>
                </a:solidFill>
                <a:latin typeface="Helvetica Neue"/>
                <a:ea typeface="Helvetica Neue"/>
                <a:cs typeface="Helvetica Neue"/>
              </a:defRPr>
            </a:pPr>
            <a:r>
              <a:rPr sz="1125" b="1">
                <a:solidFill>
                  <a:srgbClr val="03699B"/>
                </a:solidFill>
                <a:latin typeface="Helvetica Neue"/>
                <a:ea typeface="Helvetica Neue"/>
                <a:cs typeface="Helvetica Neue"/>
              </a:rPr>
              <a:t>SYMPTOM</a:t>
            </a:r>
          </a:p>
        </p:txBody>
      </p:sp>
      <p:sp>
        <p:nvSpPr>
          <p:cNvPr id="6" name="Rectangle 5">
            <a:extLst>
              <a:ext uri="{FF2B5EF4-FFF2-40B4-BE49-F238E27FC236}">
                <a16:creationId xmlns:a16="http://schemas.microsoft.com/office/drawing/2014/main" id="{AC1646D3-8212-4721-A528-E2D0C4240F7D}"/>
              </a:ext>
            </a:extLst>
          </p:cNvPr>
          <p:cNvSpPr>
            <a:spLocks noGrp="1"/>
          </p:cNvSpPr>
          <p:nvPr/>
        </p:nvSpPr>
        <p:spPr>
          <a:xfrm>
            <a:off x="2876550" y="1666875"/>
            <a:ext cx="3810000" cy="228600"/>
          </a:xfrm>
          <a:prstGeom prst="rect">
            <a:avLst/>
          </a:prstGeom>
          <a:noFill/>
          <a:ln w="0">
            <a:noFill/>
            <a:prstDash val="solid"/>
          </a:ln>
        </p:spPr>
        <p:txBody>
          <a:bodyPr wrap="square" lIns="0" tIns="0" rIns="0" bIns="0" anchor="t">
            <a:noAutofit/>
          </a:bodyPr>
          <a:lstStyle/>
          <a:p>
            <a:pPr algn="l">
              <a:buNone/>
              <a:defRPr sz="1125" b="1">
                <a:solidFill>
                  <a:srgbClr val="03699B"/>
                </a:solidFill>
                <a:latin typeface="Helvetica Neue"/>
                <a:ea typeface="Helvetica Neue"/>
                <a:cs typeface="Helvetica Neue"/>
              </a:defRPr>
            </a:pPr>
            <a:r>
              <a:rPr sz="1125" b="1">
                <a:solidFill>
                  <a:srgbClr val="03699B"/>
                </a:solidFill>
                <a:latin typeface="Helvetica Neue"/>
                <a:ea typeface="Helvetica Neue"/>
                <a:cs typeface="Helvetica Neue"/>
              </a:rPr>
              <a:t>INVESTIGATE</a:t>
            </a:r>
          </a:p>
        </p:txBody>
      </p:sp>
      <p:sp>
        <p:nvSpPr>
          <p:cNvPr id="7" name="Rectangle 6">
            <a:extLst>
              <a:ext uri="{FF2B5EF4-FFF2-40B4-BE49-F238E27FC236}">
                <a16:creationId xmlns:a16="http://schemas.microsoft.com/office/drawing/2014/main" id="{B781F38D-E7E4-43D0-82B6-182B7E057599}"/>
              </a:ext>
            </a:extLst>
          </p:cNvPr>
          <p:cNvSpPr>
            <a:spLocks noGrp="1"/>
          </p:cNvSpPr>
          <p:nvPr/>
        </p:nvSpPr>
        <p:spPr>
          <a:xfrm>
            <a:off x="6686550" y="1666875"/>
            <a:ext cx="4191000" cy="228600"/>
          </a:xfrm>
          <a:prstGeom prst="rect">
            <a:avLst/>
          </a:prstGeom>
          <a:noFill/>
          <a:ln w="0">
            <a:noFill/>
            <a:prstDash val="solid"/>
          </a:ln>
        </p:spPr>
        <p:txBody>
          <a:bodyPr wrap="square" lIns="0" tIns="0" rIns="0" bIns="0" anchor="t">
            <a:noAutofit/>
          </a:bodyPr>
          <a:lstStyle/>
          <a:p>
            <a:pPr algn="l">
              <a:buNone/>
              <a:defRPr sz="1125" b="1">
                <a:solidFill>
                  <a:srgbClr val="03699B"/>
                </a:solidFill>
                <a:latin typeface="Helvetica Neue"/>
                <a:ea typeface="Helvetica Neue"/>
                <a:cs typeface="Helvetica Neue"/>
              </a:defRPr>
            </a:pPr>
            <a:r>
              <a:rPr sz="1125" b="1">
                <a:solidFill>
                  <a:srgbClr val="03699B"/>
                </a:solidFill>
                <a:latin typeface="Helvetica Neue"/>
                <a:ea typeface="Helvetica Neue"/>
                <a:cs typeface="Helvetica Neue"/>
              </a:rPr>
              <a:t>NEXT USEFUL QUESTION / TEST</a:t>
            </a:r>
          </a:p>
        </p:txBody>
      </p:sp>
      <p:sp>
        <p:nvSpPr>
          <p:cNvPr id="8" name="Straight Connector 7">
            <a:extLst>
              <a:ext uri="{FF2B5EF4-FFF2-40B4-BE49-F238E27FC236}">
                <a16:creationId xmlns:a16="http://schemas.microsoft.com/office/drawing/2014/main" id="{EC86A75E-C5E4-45CF-AADD-707FFD088FDF}"/>
              </a:ext>
            </a:extLst>
          </p:cNvPr>
          <p:cNvSpPr>
            <a:spLocks noGrp="1"/>
          </p:cNvSpPr>
          <p:nvPr/>
        </p:nvSpPr>
        <p:spPr>
          <a:xfrm>
            <a:off x="400050" y="2000250"/>
            <a:ext cx="10477500" cy="0"/>
          </a:xfrm>
          <a:prstGeom prst="line">
            <a:avLst/>
          </a:prstGeom>
          <a:noFill/>
          <a:ln w="19050">
            <a:solidFill>
              <a:srgbClr val="03699B"/>
            </a:solidFill>
            <a:prstDash val="solid"/>
          </a:ln>
        </p:spPr>
        <p:txBody>
          <a:bodyPr/>
          <a:lstStyle/>
          <a:p>
            <a:endParaRPr/>
          </a:p>
        </p:txBody>
      </p:sp>
      <p:sp>
        <p:nvSpPr>
          <p:cNvPr id="9" name="Rectangle 8">
            <a:extLst>
              <a:ext uri="{FF2B5EF4-FFF2-40B4-BE49-F238E27FC236}">
                <a16:creationId xmlns:a16="http://schemas.microsoft.com/office/drawing/2014/main" id="{DCC0ED97-4C96-489E-B9CF-DC8C26629922}"/>
              </a:ext>
            </a:extLst>
          </p:cNvPr>
          <p:cNvSpPr>
            <a:spLocks noGrp="1"/>
          </p:cNvSpPr>
          <p:nvPr/>
        </p:nvSpPr>
        <p:spPr>
          <a:xfrm>
            <a:off x="400050" y="2095500"/>
            <a:ext cx="10477500" cy="723900"/>
          </a:xfrm>
          <a:prstGeom prst="rect">
            <a:avLst/>
          </a:prstGeom>
          <a:solidFill>
            <a:srgbClr val="F0F1F2"/>
          </a:solidFill>
          <a:ln w="9525">
            <a:solidFill>
              <a:srgbClr val="F0F1F2"/>
            </a:solidFill>
            <a:prstDash val="solid"/>
          </a:ln>
        </p:spPr>
        <p:txBody>
          <a:bodyPr/>
          <a:lstStyle/>
          <a:p>
            <a:endParaRPr/>
          </a:p>
        </p:txBody>
      </p:sp>
      <p:sp>
        <p:nvSpPr>
          <p:cNvPr id="10" name="Rectangle 9">
            <a:extLst>
              <a:ext uri="{FF2B5EF4-FFF2-40B4-BE49-F238E27FC236}">
                <a16:creationId xmlns:a16="http://schemas.microsoft.com/office/drawing/2014/main" id="{A4F19339-7D6A-4452-A596-624B417DEF78}"/>
              </a:ext>
            </a:extLst>
          </p:cNvPr>
          <p:cNvSpPr>
            <a:spLocks noGrp="1"/>
          </p:cNvSpPr>
          <p:nvPr/>
        </p:nvSpPr>
        <p:spPr>
          <a:xfrm>
            <a:off x="514350" y="2190750"/>
            <a:ext cx="2247900" cy="514350"/>
          </a:xfrm>
          <a:prstGeom prst="rect">
            <a:avLst/>
          </a:prstGeom>
          <a:noFill/>
          <a:ln w="0">
            <a:noFill/>
            <a:prstDash val="solid"/>
          </a:ln>
        </p:spPr>
        <p:txBody>
          <a:bodyPr wrap="square" lIns="0" tIns="0" rIns="0" bIns="0" anchor="t">
            <a:normAutofit/>
          </a:bodyPr>
          <a:lstStyle/>
          <a:p>
            <a:pPr algn="l">
              <a:buNone/>
              <a:defRPr sz="1350" b="1">
                <a:solidFill>
                  <a:srgbClr val="0B0B0B"/>
                </a:solidFill>
                <a:latin typeface="Helvetica Neue"/>
                <a:ea typeface="Helvetica Neue"/>
                <a:cs typeface="Helvetica Neue"/>
              </a:defRPr>
            </a:pPr>
            <a:r>
              <a:rPr sz="1350" b="1">
                <a:solidFill>
                  <a:srgbClr val="0B0B0B"/>
                </a:solidFill>
                <a:latin typeface="Helvetica Neue"/>
                <a:ea typeface="Helvetica Neue"/>
                <a:cs typeface="Helvetica Neue"/>
              </a:rPr>
              <a:t>Nothing operates</a:t>
            </a:r>
          </a:p>
        </p:txBody>
      </p:sp>
      <p:sp>
        <p:nvSpPr>
          <p:cNvPr id="11" name="Rectangle 10">
            <a:extLst>
              <a:ext uri="{FF2B5EF4-FFF2-40B4-BE49-F238E27FC236}">
                <a16:creationId xmlns:a16="http://schemas.microsoft.com/office/drawing/2014/main" id="{85FB88BA-2832-4296-893B-FD87E14BE7D7}"/>
              </a:ext>
            </a:extLst>
          </p:cNvPr>
          <p:cNvSpPr>
            <a:spLocks noGrp="1"/>
          </p:cNvSpPr>
          <p:nvPr/>
        </p:nvSpPr>
        <p:spPr>
          <a:xfrm>
            <a:off x="2990850" y="2190750"/>
            <a:ext cx="3581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Source, protection, main switch/interlock, common return</a:t>
            </a:r>
          </a:p>
        </p:txBody>
      </p:sp>
      <p:sp>
        <p:nvSpPr>
          <p:cNvPr id="12" name="Rectangle 11">
            <a:extLst>
              <a:ext uri="{FF2B5EF4-FFF2-40B4-BE49-F238E27FC236}">
                <a16:creationId xmlns:a16="http://schemas.microsoft.com/office/drawing/2014/main" id="{98F35455-E981-4C2E-8E8C-F582275F1537}"/>
              </a:ext>
            </a:extLst>
          </p:cNvPr>
          <p:cNvSpPr>
            <a:spLocks noGrp="1"/>
          </p:cNvSpPr>
          <p:nvPr/>
        </p:nvSpPr>
        <p:spPr>
          <a:xfrm>
            <a:off x="6800850" y="2190750"/>
            <a:ext cx="3962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Is the source present at the defined input point?</a:t>
            </a:r>
          </a:p>
        </p:txBody>
      </p:sp>
      <p:sp>
        <p:nvSpPr>
          <p:cNvPr id="13" name="Rectangle 12">
            <a:extLst>
              <a:ext uri="{FF2B5EF4-FFF2-40B4-BE49-F238E27FC236}">
                <a16:creationId xmlns:a16="http://schemas.microsoft.com/office/drawing/2014/main" id="{2E0F4CB4-CCDC-42A5-A3C3-F674BAD227C8}"/>
              </a:ext>
            </a:extLst>
          </p:cNvPr>
          <p:cNvSpPr>
            <a:spLocks noGrp="1"/>
          </p:cNvSpPr>
          <p:nvPr/>
        </p:nvSpPr>
        <p:spPr>
          <a:xfrm>
            <a:off x="514350" y="3009900"/>
            <a:ext cx="2247900" cy="514350"/>
          </a:xfrm>
          <a:prstGeom prst="rect">
            <a:avLst/>
          </a:prstGeom>
          <a:noFill/>
          <a:ln w="0">
            <a:noFill/>
            <a:prstDash val="solid"/>
          </a:ln>
        </p:spPr>
        <p:txBody>
          <a:bodyPr wrap="square" lIns="0" tIns="0" rIns="0" bIns="0" anchor="t">
            <a:normAutofit/>
          </a:bodyPr>
          <a:lstStyle/>
          <a:p>
            <a:pPr algn="l">
              <a:buNone/>
              <a:defRPr sz="1350" b="1">
                <a:solidFill>
                  <a:srgbClr val="0B0B0B"/>
                </a:solidFill>
                <a:latin typeface="Helvetica Neue"/>
                <a:ea typeface="Helvetica Neue"/>
                <a:cs typeface="Helvetica Neue"/>
              </a:defRPr>
            </a:pPr>
            <a:r>
              <a:rPr sz="1350" b="1">
                <a:solidFill>
                  <a:srgbClr val="0B0B0B"/>
                </a:solidFill>
                <a:latin typeface="Helvetica Neue"/>
                <a:ea typeface="Helvetica Neue"/>
                <a:cs typeface="Helvetica Neue"/>
              </a:rPr>
              <a:t>One load is dead</a:t>
            </a:r>
          </a:p>
        </p:txBody>
      </p:sp>
      <p:sp>
        <p:nvSpPr>
          <p:cNvPr id="14" name="Rectangle 13">
            <a:extLst>
              <a:ext uri="{FF2B5EF4-FFF2-40B4-BE49-F238E27FC236}">
                <a16:creationId xmlns:a16="http://schemas.microsoft.com/office/drawing/2014/main" id="{4F0AA5BF-0B3B-4064-A208-F9D5D2AD2A4D}"/>
              </a:ext>
            </a:extLst>
          </p:cNvPr>
          <p:cNvSpPr>
            <a:spLocks noGrp="1"/>
          </p:cNvSpPr>
          <p:nvPr/>
        </p:nvSpPr>
        <p:spPr>
          <a:xfrm>
            <a:off x="2990850" y="3009900"/>
            <a:ext cx="3581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Local connector, branch protection, control, supply, return, load</a:t>
            </a:r>
          </a:p>
        </p:txBody>
      </p:sp>
      <p:sp>
        <p:nvSpPr>
          <p:cNvPr id="15" name="Rectangle 14">
            <a:extLst>
              <a:ext uri="{FF2B5EF4-FFF2-40B4-BE49-F238E27FC236}">
                <a16:creationId xmlns:a16="http://schemas.microsoft.com/office/drawing/2014/main" id="{0150F957-94CB-4F5E-9137-F8768CADDA30}"/>
              </a:ext>
            </a:extLst>
          </p:cNvPr>
          <p:cNvSpPr>
            <a:spLocks noGrp="1"/>
          </p:cNvSpPr>
          <p:nvPr/>
        </p:nvSpPr>
        <p:spPr>
          <a:xfrm>
            <a:off x="6800850" y="3009900"/>
            <a:ext cx="3962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Does the load receive expected voltage when commanded on?</a:t>
            </a:r>
          </a:p>
        </p:txBody>
      </p:sp>
      <p:sp>
        <p:nvSpPr>
          <p:cNvPr id="16" name="Rectangle 15">
            <a:extLst>
              <a:ext uri="{FF2B5EF4-FFF2-40B4-BE49-F238E27FC236}">
                <a16:creationId xmlns:a16="http://schemas.microsoft.com/office/drawing/2014/main" id="{D7420EED-06D9-4CDB-88E4-F4BCD85FB574}"/>
              </a:ext>
            </a:extLst>
          </p:cNvPr>
          <p:cNvSpPr>
            <a:spLocks noGrp="1"/>
          </p:cNvSpPr>
          <p:nvPr/>
        </p:nvSpPr>
        <p:spPr>
          <a:xfrm>
            <a:off x="400050" y="3733800"/>
            <a:ext cx="10477500" cy="723900"/>
          </a:xfrm>
          <a:prstGeom prst="rect">
            <a:avLst/>
          </a:prstGeom>
          <a:solidFill>
            <a:srgbClr val="F0F1F2"/>
          </a:solidFill>
          <a:ln w="9525">
            <a:solidFill>
              <a:srgbClr val="F0F1F2"/>
            </a:solidFill>
            <a:prstDash val="solid"/>
          </a:ln>
        </p:spPr>
        <p:txBody>
          <a:bodyPr/>
          <a:lstStyle/>
          <a:p>
            <a:endParaRPr/>
          </a:p>
        </p:txBody>
      </p:sp>
      <p:sp>
        <p:nvSpPr>
          <p:cNvPr id="17" name="Rectangle 16">
            <a:extLst>
              <a:ext uri="{FF2B5EF4-FFF2-40B4-BE49-F238E27FC236}">
                <a16:creationId xmlns:a16="http://schemas.microsoft.com/office/drawing/2014/main" id="{39E595A5-83C4-4472-82B5-E44C8F21FEB6}"/>
              </a:ext>
            </a:extLst>
          </p:cNvPr>
          <p:cNvSpPr>
            <a:spLocks noGrp="1"/>
          </p:cNvSpPr>
          <p:nvPr/>
        </p:nvSpPr>
        <p:spPr>
          <a:xfrm>
            <a:off x="514350" y="3829050"/>
            <a:ext cx="2247900" cy="514350"/>
          </a:xfrm>
          <a:prstGeom prst="rect">
            <a:avLst/>
          </a:prstGeom>
          <a:noFill/>
          <a:ln w="0">
            <a:noFill/>
            <a:prstDash val="solid"/>
          </a:ln>
        </p:spPr>
        <p:txBody>
          <a:bodyPr wrap="square" lIns="0" tIns="0" rIns="0" bIns="0" anchor="t">
            <a:normAutofit/>
          </a:bodyPr>
          <a:lstStyle/>
          <a:p>
            <a:pPr algn="l">
              <a:buNone/>
              <a:defRPr sz="1350" b="1">
                <a:solidFill>
                  <a:srgbClr val="0B0B0B"/>
                </a:solidFill>
                <a:latin typeface="Helvetica Neue"/>
                <a:ea typeface="Helvetica Neue"/>
                <a:cs typeface="Helvetica Neue"/>
              </a:defRPr>
            </a:pPr>
            <a:r>
              <a:rPr sz="1350" b="1">
                <a:solidFill>
                  <a:srgbClr val="0B0B0B"/>
                </a:solidFill>
                <a:latin typeface="Helvetica Neue"/>
                <a:ea typeface="Helvetica Neue"/>
                <a:cs typeface="Helvetica Neue"/>
              </a:rPr>
              <a:t>Protection opens</a:t>
            </a:r>
          </a:p>
        </p:txBody>
      </p:sp>
      <p:sp>
        <p:nvSpPr>
          <p:cNvPr id="18" name="Rectangle 17">
            <a:extLst>
              <a:ext uri="{FF2B5EF4-FFF2-40B4-BE49-F238E27FC236}">
                <a16:creationId xmlns:a16="http://schemas.microsoft.com/office/drawing/2014/main" id="{2D994000-84F5-4CE0-B117-C3F1A0840679}"/>
              </a:ext>
            </a:extLst>
          </p:cNvPr>
          <p:cNvSpPr>
            <a:spLocks noGrp="1"/>
          </p:cNvSpPr>
          <p:nvPr/>
        </p:nvSpPr>
        <p:spPr>
          <a:xfrm>
            <a:off x="2990850" y="3829050"/>
            <a:ext cx="3581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Short, overload, miswiring, damaged insulation, failed load</a:t>
            </a:r>
          </a:p>
        </p:txBody>
      </p:sp>
      <p:sp>
        <p:nvSpPr>
          <p:cNvPr id="19" name="Rectangle 18">
            <a:extLst>
              <a:ext uri="{FF2B5EF4-FFF2-40B4-BE49-F238E27FC236}">
                <a16:creationId xmlns:a16="http://schemas.microsoft.com/office/drawing/2014/main" id="{7D327D85-4B89-4FF9-8FE4-9B4AE9B8A4AF}"/>
              </a:ext>
            </a:extLst>
          </p:cNvPr>
          <p:cNvSpPr>
            <a:spLocks noGrp="1"/>
          </p:cNvSpPr>
          <p:nvPr/>
        </p:nvSpPr>
        <p:spPr>
          <a:xfrm>
            <a:off x="6800850" y="3829050"/>
            <a:ext cx="3962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What condition causes it to open? Stop replacing protection blindly.</a:t>
            </a:r>
          </a:p>
        </p:txBody>
      </p:sp>
      <p:sp>
        <p:nvSpPr>
          <p:cNvPr id="20" name="Rectangle 19">
            <a:extLst>
              <a:ext uri="{FF2B5EF4-FFF2-40B4-BE49-F238E27FC236}">
                <a16:creationId xmlns:a16="http://schemas.microsoft.com/office/drawing/2014/main" id="{0418881F-3239-43EA-84C5-B05AA736A2F2}"/>
              </a:ext>
            </a:extLst>
          </p:cNvPr>
          <p:cNvSpPr>
            <a:spLocks noGrp="1"/>
          </p:cNvSpPr>
          <p:nvPr/>
        </p:nvSpPr>
        <p:spPr>
          <a:xfrm>
            <a:off x="514350" y="4648200"/>
            <a:ext cx="2247900" cy="514350"/>
          </a:xfrm>
          <a:prstGeom prst="rect">
            <a:avLst/>
          </a:prstGeom>
          <a:noFill/>
          <a:ln w="0">
            <a:noFill/>
            <a:prstDash val="solid"/>
          </a:ln>
        </p:spPr>
        <p:txBody>
          <a:bodyPr wrap="square" lIns="0" tIns="0" rIns="0" bIns="0" anchor="t">
            <a:normAutofit/>
          </a:bodyPr>
          <a:lstStyle/>
          <a:p>
            <a:pPr algn="l">
              <a:buNone/>
              <a:defRPr sz="1350" b="1">
                <a:solidFill>
                  <a:srgbClr val="0B0B0B"/>
                </a:solidFill>
                <a:latin typeface="Helvetica Neue"/>
                <a:ea typeface="Helvetica Neue"/>
                <a:cs typeface="Helvetica Neue"/>
              </a:defRPr>
            </a:pPr>
            <a:r>
              <a:rPr sz="1350" b="1">
                <a:solidFill>
                  <a:srgbClr val="0B0B0B"/>
                </a:solidFill>
                <a:latin typeface="Helvetica Neue"/>
                <a:ea typeface="Helvetica Neue"/>
                <a:cs typeface="Helvetica Neue"/>
              </a:rPr>
              <a:t>Intermittent operation</a:t>
            </a:r>
          </a:p>
        </p:txBody>
      </p:sp>
      <p:sp>
        <p:nvSpPr>
          <p:cNvPr id="21" name="Rectangle 20">
            <a:extLst>
              <a:ext uri="{FF2B5EF4-FFF2-40B4-BE49-F238E27FC236}">
                <a16:creationId xmlns:a16="http://schemas.microsoft.com/office/drawing/2014/main" id="{595A0444-82B4-4A28-BFF6-31A7C38DCD31}"/>
              </a:ext>
            </a:extLst>
          </p:cNvPr>
          <p:cNvSpPr>
            <a:spLocks noGrp="1"/>
          </p:cNvSpPr>
          <p:nvPr/>
        </p:nvSpPr>
        <p:spPr>
          <a:xfrm>
            <a:off x="2990850" y="4648200"/>
            <a:ext cx="3581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Loose terminal, weak crimp, corrosion, flex, thermal change</a:t>
            </a:r>
          </a:p>
        </p:txBody>
      </p:sp>
      <p:sp>
        <p:nvSpPr>
          <p:cNvPr id="22" name="Rectangle 21">
            <a:extLst>
              <a:ext uri="{FF2B5EF4-FFF2-40B4-BE49-F238E27FC236}">
                <a16:creationId xmlns:a16="http://schemas.microsoft.com/office/drawing/2014/main" id="{822D138E-FDD9-4B34-BC0E-E3C71FFFBB31}"/>
              </a:ext>
            </a:extLst>
          </p:cNvPr>
          <p:cNvSpPr>
            <a:spLocks noGrp="1"/>
          </p:cNvSpPr>
          <p:nvPr/>
        </p:nvSpPr>
        <p:spPr>
          <a:xfrm>
            <a:off x="6800850" y="4648200"/>
            <a:ext cx="3962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Can the symptom be reproduced under a controlled condition?</a:t>
            </a:r>
          </a:p>
        </p:txBody>
      </p:sp>
      <p:sp>
        <p:nvSpPr>
          <p:cNvPr id="23" name="Rectangle 22">
            <a:extLst>
              <a:ext uri="{FF2B5EF4-FFF2-40B4-BE49-F238E27FC236}">
                <a16:creationId xmlns:a16="http://schemas.microsoft.com/office/drawing/2014/main" id="{4CAD0DE9-9247-48BE-9F7B-60B0DDDA37A2}"/>
              </a:ext>
            </a:extLst>
          </p:cNvPr>
          <p:cNvSpPr>
            <a:spLocks noGrp="1"/>
          </p:cNvSpPr>
          <p:nvPr/>
        </p:nvSpPr>
        <p:spPr>
          <a:xfrm>
            <a:off x="400050" y="5372100"/>
            <a:ext cx="10477500" cy="723900"/>
          </a:xfrm>
          <a:prstGeom prst="rect">
            <a:avLst/>
          </a:prstGeom>
          <a:solidFill>
            <a:srgbClr val="F0F1F2"/>
          </a:solidFill>
          <a:ln w="9525">
            <a:solidFill>
              <a:srgbClr val="F0F1F2"/>
            </a:solidFill>
            <a:prstDash val="solid"/>
          </a:ln>
        </p:spPr>
        <p:txBody>
          <a:bodyPr/>
          <a:lstStyle/>
          <a:p>
            <a:endParaRPr/>
          </a:p>
        </p:txBody>
      </p:sp>
      <p:sp>
        <p:nvSpPr>
          <p:cNvPr id="24" name="Rectangle 23">
            <a:extLst>
              <a:ext uri="{FF2B5EF4-FFF2-40B4-BE49-F238E27FC236}">
                <a16:creationId xmlns:a16="http://schemas.microsoft.com/office/drawing/2014/main" id="{5FDFDAC0-368F-4CF4-ACFC-399FBC5D0D6B}"/>
              </a:ext>
            </a:extLst>
          </p:cNvPr>
          <p:cNvSpPr>
            <a:spLocks noGrp="1"/>
          </p:cNvSpPr>
          <p:nvPr/>
        </p:nvSpPr>
        <p:spPr>
          <a:xfrm>
            <a:off x="514350" y="5467350"/>
            <a:ext cx="2247900" cy="514350"/>
          </a:xfrm>
          <a:prstGeom prst="rect">
            <a:avLst/>
          </a:prstGeom>
          <a:noFill/>
          <a:ln w="0">
            <a:noFill/>
            <a:prstDash val="solid"/>
          </a:ln>
        </p:spPr>
        <p:txBody>
          <a:bodyPr wrap="square" lIns="0" tIns="0" rIns="0" bIns="0" anchor="t">
            <a:normAutofit/>
          </a:bodyPr>
          <a:lstStyle/>
          <a:p>
            <a:pPr algn="l">
              <a:buNone/>
              <a:defRPr sz="1350" b="1">
                <a:solidFill>
                  <a:srgbClr val="0B0B0B"/>
                </a:solidFill>
                <a:latin typeface="Helvetica Neue"/>
                <a:ea typeface="Helvetica Neue"/>
                <a:cs typeface="Helvetica Neue"/>
              </a:defRPr>
            </a:pPr>
            <a:r>
              <a:rPr sz="1350" b="1">
                <a:solidFill>
                  <a:srgbClr val="0B0B0B"/>
                </a:solidFill>
                <a:latin typeface="Helvetica Neue"/>
                <a:ea typeface="Helvetica Neue"/>
                <a:cs typeface="Helvetica Neue"/>
              </a:rPr>
              <a:t>Low voltage at load</a:t>
            </a:r>
          </a:p>
        </p:txBody>
      </p:sp>
      <p:sp>
        <p:nvSpPr>
          <p:cNvPr id="25" name="Rectangle 24">
            <a:extLst>
              <a:ext uri="{FF2B5EF4-FFF2-40B4-BE49-F238E27FC236}">
                <a16:creationId xmlns:a16="http://schemas.microsoft.com/office/drawing/2014/main" id="{3B1563F1-3D99-43AB-8482-25F072836746}"/>
              </a:ext>
            </a:extLst>
          </p:cNvPr>
          <p:cNvSpPr>
            <a:spLocks noGrp="1"/>
          </p:cNvSpPr>
          <p:nvPr/>
        </p:nvSpPr>
        <p:spPr>
          <a:xfrm>
            <a:off x="2990850" y="5467350"/>
            <a:ext cx="3581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Weak source, high resistance, damaged path, overload</a:t>
            </a:r>
          </a:p>
        </p:txBody>
      </p:sp>
      <p:sp>
        <p:nvSpPr>
          <p:cNvPr id="26" name="Rectangle 25">
            <a:extLst>
              <a:ext uri="{FF2B5EF4-FFF2-40B4-BE49-F238E27FC236}">
                <a16:creationId xmlns:a16="http://schemas.microsoft.com/office/drawing/2014/main" id="{D1E1DF07-67FD-45E5-A6ED-E72274084EBD}"/>
              </a:ext>
            </a:extLst>
          </p:cNvPr>
          <p:cNvSpPr>
            <a:spLocks noGrp="1"/>
          </p:cNvSpPr>
          <p:nvPr/>
        </p:nvSpPr>
        <p:spPr>
          <a:xfrm>
            <a:off x="6800850" y="5467350"/>
            <a:ext cx="3962400" cy="514350"/>
          </a:xfrm>
          <a:prstGeom prst="rect">
            <a:avLst/>
          </a:prstGeom>
          <a:noFill/>
          <a:ln w="0">
            <a:noFill/>
            <a:prstDash val="solid"/>
          </a:ln>
        </p:spPr>
        <p:txBody>
          <a:bodyPr wrap="square" lIns="0" tIns="0" rIns="0" bIns="0" anchor="t">
            <a:normAutofit/>
          </a:bodyPr>
          <a:lstStyle/>
          <a:p>
            <a:pPr algn="l">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Where does the voltage first become low?</a:t>
            </a:r>
          </a:p>
        </p:txBody>
      </p:sp>
      <p:sp>
        <p:nvSpPr>
          <p:cNvPr id="27" name="Rectangle 26">
            <a:extLst>
              <a:ext uri="{FF2B5EF4-FFF2-40B4-BE49-F238E27FC236}">
                <a16:creationId xmlns:a16="http://schemas.microsoft.com/office/drawing/2014/main" id="{70D3CD48-6B44-4D4C-ACB3-FAE0EFF5CBE5}"/>
              </a:ext>
            </a:extLst>
          </p:cNvPr>
          <p:cNvSpPr>
            <a:spLocks noGrp="1"/>
          </p:cNvSpPr>
          <p:nvPr/>
        </p:nvSpPr>
        <p:spPr>
          <a:xfrm>
            <a:off x="400050" y="6477000"/>
            <a:ext cx="10477500" cy="228600"/>
          </a:xfrm>
          <a:prstGeom prst="rect">
            <a:avLst/>
          </a:prstGeom>
          <a:noFill/>
          <a:ln w="0">
            <a:noFill/>
            <a:prstDash val="solid"/>
          </a:ln>
        </p:spPr>
        <p:txBody>
          <a:bodyPr wrap="square" lIns="0" tIns="0" rIns="0" bIns="0" anchor="t">
            <a:noAutofit/>
          </a:bodyPr>
          <a:lstStyle/>
          <a:p>
            <a:pPr algn="ctr">
              <a:buNone/>
              <a:defRPr sz="1275" b="1">
                <a:solidFill>
                  <a:srgbClr val="C65353"/>
                </a:solidFill>
                <a:latin typeface="Helvetica Neue"/>
                <a:ea typeface="Helvetica Neue"/>
                <a:cs typeface="Helvetica Neue"/>
              </a:defRPr>
            </a:pPr>
            <a:r>
              <a:rPr sz="1275" b="1">
                <a:solidFill>
                  <a:srgbClr val="C65353"/>
                </a:solidFill>
                <a:latin typeface="Helvetica Neue"/>
                <a:ea typeface="Helvetica Neue"/>
                <a:cs typeface="Helvetica Neue"/>
              </a:rPr>
              <a:t>A good reading at the wrong test point can still lead to a wrong conclusion.</a:t>
            </a:r>
          </a:p>
        </p:txBody>
      </p:sp>
      <p:sp>
        <p:nvSpPr>
          <p:cNvPr id="29" name="Straight Connector 28">
            <a:extLst>
              <a:ext uri="{FF2B5EF4-FFF2-40B4-BE49-F238E27FC236}">
                <a16:creationId xmlns:a16="http://schemas.microsoft.com/office/drawing/2014/main" id="{8D57344E-E511-A955-1F60-31E9755DBA12}"/>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1527687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06 • WIRING DIAGRAMS - </a:t>
            </a:r>
            <a:r>
              <a:rPr sz="1100" b="1" cap="all">
                <a:solidFill>
                  <a:srgbClr val="03699B"/>
                </a:solidFill>
                <a:latin typeface="Helvetica Neue"/>
                <a:ea typeface="Helvetica Neue"/>
                <a:cs typeface="Helvetica Neue"/>
              </a:rPr>
              <a:t>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Use the drawing to choose the next test.</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Match the drawing to the cabinet and revision.</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Find connectors, pins, supply, and return.</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Use labels as expected values.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Narrow between the last good and first bad reading.</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must match before tracing?</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Why is wire color only a clue?</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Where does the fault most likely sit?</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The diagram is the test plan; the meter proves what is happening.</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37526895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2C5A8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D02EF-327D-1AE0-C678-2D98AC2B678F}"/>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a:solidFill>
                  <a:srgbClr val="4FC3E7"/>
                </a:solidFill>
                <a:latin typeface="Helvetica Neue"/>
                <a:ea typeface="Helvetica Neue"/>
                <a:cs typeface="Helvetica Neue"/>
              </a:rPr>
              <a:t>SECTION 07</a:t>
            </a:r>
          </a:p>
          <a:p>
            <a:pPr algn="ctr">
              <a:spcAft>
                <a:spcPts val="18"/>
              </a:spcAft>
              <a:buNone/>
              <a:defRPr>
                <a:latin typeface="Helvetica Neue"/>
                <a:ea typeface="Helvetica Neue"/>
                <a:cs typeface="Helvetica Neue"/>
              </a:defRPr>
            </a:pPr>
            <a:r>
              <a:rPr sz="4800" b="1">
                <a:solidFill>
                  <a:srgbClr val="FFFFFF"/>
                </a:solidFill>
                <a:latin typeface="Helvetica Neue"/>
                <a:ea typeface="Helvetica Neue"/>
                <a:cs typeface="Helvetica Neue"/>
              </a:rPr>
              <a:t>Hands-On Lab</a:t>
            </a:r>
          </a:p>
          <a:p>
            <a:pPr algn="ctr">
              <a:buNone/>
              <a:defRPr>
                <a:latin typeface="Helvetica Neue"/>
                <a:ea typeface="Helvetica Neue"/>
                <a:cs typeface="Helvetica Neue"/>
              </a:defRPr>
            </a:pPr>
            <a:r>
              <a:rPr sz="2300">
                <a:solidFill>
                  <a:srgbClr val="CDECF7"/>
                </a:solidFill>
                <a:latin typeface="Helvetica Neue"/>
                <a:ea typeface="Helvetica Neue"/>
                <a:cs typeface="Helvetica Neue"/>
              </a:rPr>
              <a:t>Your turn: measure, compare, explain.</a:t>
            </a:r>
          </a:p>
        </p:txBody>
      </p:sp>
    </p:spTree>
    <p:extLst>
      <p:ext uri="{BB962C8B-B14F-4D97-AF65-F5344CB8AC3E}">
        <p14:creationId xmlns:p14="http://schemas.microsoft.com/office/powerpoint/2010/main" val="2753211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5E9FECF-F83C-4E71-98B1-82E98FE976F6}"/>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07 • HANDS-ON LAB - STATION ROTATION</a:t>
            </a:r>
          </a:p>
        </p:txBody>
      </p:sp>
      <p:sp>
        <p:nvSpPr>
          <p:cNvPr id="2" name="Rectangle 1">
            <a:extLst>
              <a:ext uri="{FF2B5EF4-FFF2-40B4-BE49-F238E27FC236}">
                <a16:creationId xmlns:a16="http://schemas.microsoft.com/office/drawing/2014/main" id="{0BD5836B-C101-4410-B5CE-4024DB66AA76}"/>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Small groups build repeatable meter habits.</a:t>
            </a:r>
          </a:p>
        </p:txBody>
      </p:sp>
      <p:sp>
        <p:nvSpPr>
          <p:cNvPr id="5" name="Rectangle 4">
            <a:extLst>
              <a:ext uri="{FF2B5EF4-FFF2-40B4-BE49-F238E27FC236}">
                <a16:creationId xmlns:a16="http://schemas.microsoft.com/office/drawing/2014/main" id="{F62AFBEF-C3F1-46D2-BE16-AA1B6FCCCCC2}"/>
              </a:ext>
            </a:extLst>
          </p:cNvPr>
          <p:cNvSpPr>
            <a:spLocks noGrp="1"/>
          </p:cNvSpPr>
          <p:nvPr/>
        </p:nvSpPr>
        <p:spPr>
          <a:xfrm>
            <a:off x="400050" y="1790700"/>
            <a:ext cx="400050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ROTATE THROUGH STATIONS</a:t>
            </a:r>
          </a:p>
        </p:txBody>
      </p:sp>
      <p:sp>
        <p:nvSpPr>
          <p:cNvPr id="6" name="Rectangle 5">
            <a:extLst>
              <a:ext uri="{FF2B5EF4-FFF2-40B4-BE49-F238E27FC236}">
                <a16:creationId xmlns:a16="http://schemas.microsoft.com/office/drawing/2014/main" id="{68A875CE-6CC8-4AD8-92DD-46F2972A4957}"/>
              </a:ext>
            </a:extLst>
          </p:cNvPr>
          <p:cNvSpPr>
            <a:spLocks noGrp="1"/>
          </p:cNvSpPr>
          <p:nvPr/>
        </p:nvSpPr>
        <p:spPr>
          <a:xfrm>
            <a:off x="400050" y="2286000"/>
            <a:ext cx="571500" cy="266700"/>
          </a:xfrm>
          <a:prstGeom prst="rect">
            <a:avLst/>
          </a:prstGeom>
          <a:noFill/>
          <a:ln w="0">
            <a:noFill/>
            <a:prstDash val="solid"/>
          </a:ln>
        </p:spPr>
        <p:txBody>
          <a:bodyPr wrap="square" lIns="0" tIns="0" rIns="0" bIns="0" anchor="t">
            <a:noAutofit/>
          </a:bodyPr>
          <a:lstStyle/>
          <a:p>
            <a:pPr algn="l">
              <a:buNone/>
              <a:defRPr sz="1425" b="1">
                <a:solidFill>
                  <a:srgbClr val="03699B"/>
                </a:solidFill>
                <a:latin typeface="Helvetica Neue"/>
                <a:ea typeface="Helvetica Neue"/>
                <a:cs typeface="Helvetica Neue"/>
              </a:defRPr>
            </a:pPr>
            <a:r>
              <a:rPr sz="1425" b="1">
                <a:solidFill>
                  <a:srgbClr val="03699B"/>
                </a:solidFill>
                <a:latin typeface="Helvetica Neue"/>
                <a:ea typeface="Helvetica Neue"/>
                <a:cs typeface="Helvetica Neue"/>
              </a:rPr>
              <a:t>01</a:t>
            </a:r>
          </a:p>
        </p:txBody>
      </p:sp>
      <p:sp>
        <p:nvSpPr>
          <p:cNvPr id="7" name="Rectangle 6">
            <a:extLst>
              <a:ext uri="{FF2B5EF4-FFF2-40B4-BE49-F238E27FC236}">
                <a16:creationId xmlns:a16="http://schemas.microsoft.com/office/drawing/2014/main" id="{B2370E8E-0A6A-4021-B916-3EF376B28AFD}"/>
              </a:ext>
            </a:extLst>
          </p:cNvPr>
          <p:cNvSpPr>
            <a:spLocks noGrp="1"/>
          </p:cNvSpPr>
          <p:nvPr/>
        </p:nvSpPr>
        <p:spPr>
          <a:xfrm>
            <a:off x="1181100" y="2286000"/>
            <a:ext cx="4095750" cy="304800"/>
          </a:xfrm>
          <a:prstGeom prst="rect">
            <a:avLst/>
          </a:prstGeom>
          <a:noFill/>
          <a:ln w="0">
            <a:noFill/>
            <a:prstDash val="solid"/>
          </a:ln>
        </p:spPr>
        <p:txBody>
          <a:bodyPr wrap="square" lIns="0" tIns="0" rIns="0" bIns="0" anchor="t">
            <a:noAutofit/>
          </a:bodyPr>
          <a:lstStyle/>
          <a:p>
            <a:pPr algn="l">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Continuity + resistance</a:t>
            </a:r>
          </a:p>
        </p:txBody>
      </p:sp>
      <p:sp>
        <p:nvSpPr>
          <p:cNvPr id="8" name="Rectangle 7">
            <a:extLst>
              <a:ext uri="{FF2B5EF4-FFF2-40B4-BE49-F238E27FC236}">
                <a16:creationId xmlns:a16="http://schemas.microsoft.com/office/drawing/2014/main" id="{0EC17A20-4D4C-4656-B8E4-50F728059E19}"/>
              </a:ext>
            </a:extLst>
          </p:cNvPr>
          <p:cNvSpPr>
            <a:spLocks noGrp="1"/>
          </p:cNvSpPr>
          <p:nvPr/>
        </p:nvSpPr>
        <p:spPr>
          <a:xfrm>
            <a:off x="1181100" y="2714625"/>
            <a:ext cx="4000500" cy="514350"/>
          </a:xfrm>
          <a:prstGeom prst="rect">
            <a:avLst/>
          </a:prstGeom>
          <a:noFill/>
          <a:ln w="0">
            <a:noFill/>
            <a:prstDash val="solid"/>
          </a:ln>
        </p:spPr>
        <p:txBody>
          <a:bodyPr wrap="square" lIns="0" tIns="0" rIns="0" bIns="0" anchor="t">
            <a:normAutofit/>
          </a:bodyPr>
          <a:lstStyle/>
          <a:p>
            <a:pPr algn="l">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De-energized wiring, fuses, switches, and sample components</a:t>
            </a:r>
          </a:p>
        </p:txBody>
      </p:sp>
      <p:sp>
        <p:nvSpPr>
          <p:cNvPr id="9" name="Straight Connector 8">
            <a:extLst>
              <a:ext uri="{FF2B5EF4-FFF2-40B4-BE49-F238E27FC236}">
                <a16:creationId xmlns:a16="http://schemas.microsoft.com/office/drawing/2014/main" id="{78DCAB17-22BB-419C-8410-024566CE2119}"/>
              </a:ext>
            </a:extLst>
          </p:cNvPr>
          <p:cNvSpPr>
            <a:spLocks noGrp="1"/>
          </p:cNvSpPr>
          <p:nvPr/>
        </p:nvSpPr>
        <p:spPr>
          <a:xfrm>
            <a:off x="1181100" y="3429000"/>
            <a:ext cx="4238625" cy="0"/>
          </a:xfrm>
          <a:prstGeom prst="line">
            <a:avLst/>
          </a:prstGeom>
          <a:noFill/>
          <a:ln w="9525">
            <a:solidFill>
              <a:srgbClr val="B8BCC4"/>
            </a:solidFill>
            <a:prstDash val="solid"/>
          </a:ln>
        </p:spPr>
        <p:txBody>
          <a:bodyPr/>
          <a:lstStyle/>
          <a:p>
            <a:endParaRPr/>
          </a:p>
        </p:txBody>
      </p:sp>
      <p:sp>
        <p:nvSpPr>
          <p:cNvPr id="10" name="Rectangle 9">
            <a:extLst>
              <a:ext uri="{FF2B5EF4-FFF2-40B4-BE49-F238E27FC236}">
                <a16:creationId xmlns:a16="http://schemas.microsoft.com/office/drawing/2014/main" id="{AE37F2FB-0B7F-462F-A697-59131386E8E3}"/>
              </a:ext>
            </a:extLst>
          </p:cNvPr>
          <p:cNvSpPr>
            <a:spLocks noGrp="1"/>
          </p:cNvSpPr>
          <p:nvPr/>
        </p:nvSpPr>
        <p:spPr>
          <a:xfrm>
            <a:off x="5972175" y="2286000"/>
            <a:ext cx="571500" cy="266700"/>
          </a:xfrm>
          <a:prstGeom prst="rect">
            <a:avLst/>
          </a:prstGeom>
          <a:noFill/>
          <a:ln w="0">
            <a:noFill/>
            <a:prstDash val="solid"/>
          </a:ln>
        </p:spPr>
        <p:txBody>
          <a:bodyPr wrap="square" lIns="0" tIns="0" rIns="0" bIns="0" anchor="t">
            <a:noAutofit/>
          </a:bodyPr>
          <a:lstStyle/>
          <a:p>
            <a:pPr algn="l">
              <a:buNone/>
              <a:defRPr sz="1425" b="1">
                <a:solidFill>
                  <a:srgbClr val="03699B"/>
                </a:solidFill>
                <a:latin typeface="Helvetica Neue"/>
                <a:ea typeface="Helvetica Neue"/>
                <a:cs typeface="Helvetica Neue"/>
              </a:defRPr>
            </a:pPr>
            <a:r>
              <a:rPr sz="1425" b="1">
                <a:solidFill>
                  <a:srgbClr val="03699B"/>
                </a:solidFill>
                <a:latin typeface="Helvetica Neue"/>
                <a:ea typeface="Helvetica Neue"/>
                <a:cs typeface="Helvetica Neue"/>
              </a:rPr>
              <a:t>02</a:t>
            </a:r>
          </a:p>
        </p:txBody>
      </p:sp>
      <p:sp>
        <p:nvSpPr>
          <p:cNvPr id="11" name="Rectangle 10">
            <a:extLst>
              <a:ext uri="{FF2B5EF4-FFF2-40B4-BE49-F238E27FC236}">
                <a16:creationId xmlns:a16="http://schemas.microsoft.com/office/drawing/2014/main" id="{D719A439-33FF-4CD3-B23E-700A79EB5492}"/>
              </a:ext>
            </a:extLst>
          </p:cNvPr>
          <p:cNvSpPr>
            <a:spLocks noGrp="1"/>
          </p:cNvSpPr>
          <p:nvPr/>
        </p:nvSpPr>
        <p:spPr>
          <a:xfrm>
            <a:off x="6753225" y="2286000"/>
            <a:ext cx="4095750" cy="304800"/>
          </a:xfrm>
          <a:prstGeom prst="rect">
            <a:avLst/>
          </a:prstGeom>
          <a:noFill/>
          <a:ln w="0">
            <a:noFill/>
            <a:prstDash val="solid"/>
          </a:ln>
        </p:spPr>
        <p:txBody>
          <a:bodyPr wrap="square" lIns="0" tIns="0" rIns="0" bIns="0" anchor="t">
            <a:noAutofit/>
          </a:bodyPr>
          <a:lstStyle/>
          <a:p>
            <a:pPr algn="l">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AC voltage</a:t>
            </a:r>
          </a:p>
        </p:txBody>
      </p:sp>
      <p:sp>
        <p:nvSpPr>
          <p:cNvPr id="12" name="Rectangle 11">
            <a:extLst>
              <a:ext uri="{FF2B5EF4-FFF2-40B4-BE49-F238E27FC236}">
                <a16:creationId xmlns:a16="http://schemas.microsoft.com/office/drawing/2014/main" id="{598EFF15-CD9F-413B-9F87-7BD334281A91}"/>
              </a:ext>
            </a:extLst>
          </p:cNvPr>
          <p:cNvSpPr>
            <a:spLocks noGrp="1"/>
          </p:cNvSpPr>
          <p:nvPr/>
        </p:nvSpPr>
        <p:spPr>
          <a:xfrm>
            <a:off x="6753225" y="2714625"/>
            <a:ext cx="4000500" cy="514350"/>
          </a:xfrm>
          <a:prstGeom prst="rect">
            <a:avLst/>
          </a:prstGeom>
          <a:noFill/>
          <a:ln w="0">
            <a:noFill/>
            <a:prstDash val="solid"/>
          </a:ln>
        </p:spPr>
        <p:txBody>
          <a:bodyPr wrap="square" lIns="0" tIns="0" rIns="0" bIns="0" anchor="t">
            <a:normAutofit/>
          </a:bodyPr>
          <a:lstStyle/>
          <a:p>
            <a:pPr algn="l">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Approved power strip or training supply input</a:t>
            </a:r>
          </a:p>
        </p:txBody>
      </p:sp>
      <p:sp>
        <p:nvSpPr>
          <p:cNvPr id="13" name="Straight Connector 12">
            <a:extLst>
              <a:ext uri="{FF2B5EF4-FFF2-40B4-BE49-F238E27FC236}">
                <a16:creationId xmlns:a16="http://schemas.microsoft.com/office/drawing/2014/main" id="{6A11DE7B-F7EA-495C-8A55-DFA8B7EDE420}"/>
              </a:ext>
            </a:extLst>
          </p:cNvPr>
          <p:cNvSpPr>
            <a:spLocks noGrp="1"/>
          </p:cNvSpPr>
          <p:nvPr/>
        </p:nvSpPr>
        <p:spPr>
          <a:xfrm>
            <a:off x="6753225" y="3429000"/>
            <a:ext cx="4238625" cy="0"/>
          </a:xfrm>
          <a:prstGeom prst="line">
            <a:avLst/>
          </a:prstGeom>
          <a:noFill/>
          <a:ln w="9525">
            <a:solidFill>
              <a:srgbClr val="B8BCC4"/>
            </a:solidFill>
            <a:prstDash val="solid"/>
          </a:ln>
        </p:spPr>
        <p:txBody>
          <a:bodyPr/>
          <a:lstStyle/>
          <a:p>
            <a:endParaRPr/>
          </a:p>
        </p:txBody>
      </p:sp>
      <p:sp>
        <p:nvSpPr>
          <p:cNvPr id="14" name="Rectangle 13">
            <a:extLst>
              <a:ext uri="{FF2B5EF4-FFF2-40B4-BE49-F238E27FC236}">
                <a16:creationId xmlns:a16="http://schemas.microsoft.com/office/drawing/2014/main" id="{63E18781-D14F-4980-ABEC-9DAE2423FA92}"/>
              </a:ext>
            </a:extLst>
          </p:cNvPr>
          <p:cNvSpPr>
            <a:spLocks noGrp="1"/>
          </p:cNvSpPr>
          <p:nvPr/>
        </p:nvSpPr>
        <p:spPr>
          <a:xfrm>
            <a:off x="400050" y="3857625"/>
            <a:ext cx="571500" cy="266700"/>
          </a:xfrm>
          <a:prstGeom prst="rect">
            <a:avLst/>
          </a:prstGeom>
          <a:noFill/>
          <a:ln w="0">
            <a:noFill/>
            <a:prstDash val="solid"/>
          </a:ln>
        </p:spPr>
        <p:txBody>
          <a:bodyPr wrap="square" lIns="0" tIns="0" rIns="0" bIns="0" anchor="t">
            <a:noAutofit/>
          </a:bodyPr>
          <a:lstStyle/>
          <a:p>
            <a:pPr algn="l">
              <a:buNone/>
              <a:defRPr sz="1425" b="1">
                <a:solidFill>
                  <a:srgbClr val="03699B"/>
                </a:solidFill>
                <a:latin typeface="Helvetica Neue"/>
                <a:ea typeface="Helvetica Neue"/>
                <a:cs typeface="Helvetica Neue"/>
              </a:defRPr>
            </a:pPr>
            <a:r>
              <a:rPr sz="1425" b="1">
                <a:solidFill>
                  <a:srgbClr val="03699B"/>
                </a:solidFill>
                <a:latin typeface="Helvetica Neue"/>
                <a:ea typeface="Helvetica Neue"/>
                <a:cs typeface="Helvetica Neue"/>
              </a:rPr>
              <a:t>03</a:t>
            </a:r>
          </a:p>
        </p:txBody>
      </p:sp>
      <p:sp>
        <p:nvSpPr>
          <p:cNvPr id="15" name="Rectangle 14">
            <a:extLst>
              <a:ext uri="{FF2B5EF4-FFF2-40B4-BE49-F238E27FC236}">
                <a16:creationId xmlns:a16="http://schemas.microsoft.com/office/drawing/2014/main" id="{728332DC-0578-4635-96A7-EEEC65A2306E}"/>
              </a:ext>
            </a:extLst>
          </p:cNvPr>
          <p:cNvSpPr>
            <a:spLocks noGrp="1"/>
          </p:cNvSpPr>
          <p:nvPr/>
        </p:nvSpPr>
        <p:spPr>
          <a:xfrm>
            <a:off x="1181100" y="3857625"/>
            <a:ext cx="4095750" cy="304800"/>
          </a:xfrm>
          <a:prstGeom prst="rect">
            <a:avLst/>
          </a:prstGeom>
          <a:noFill/>
          <a:ln w="0">
            <a:noFill/>
            <a:prstDash val="solid"/>
          </a:ln>
        </p:spPr>
        <p:txBody>
          <a:bodyPr wrap="square" lIns="0" tIns="0" rIns="0" bIns="0" anchor="t">
            <a:noAutofit/>
          </a:bodyPr>
          <a:lstStyle/>
          <a:p>
            <a:pPr algn="l">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DC voltage</a:t>
            </a:r>
          </a:p>
        </p:txBody>
      </p:sp>
      <p:sp>
        <p:nvSpPr>
          <p:cNvPr id="16" name="Rectangle 15">
            <a:extLst>
              <a:ext uri="{FF2B5EF4-FFF2-40B4-BE49-F238E27FC236}">
                <a16:creationId xmlns:a16="http://schemas.microsoft.com/office/drawing/2014/main" id="{EE0A7CB7-DB74-4772-8232-D6EA895620EA}"/>
              </a:ext>
            </a:extLst>
          </p:cNvPr>
          <p:cNvSpPr>
            <a:spLocks noGrp="1"/>
          </p:cNvSpPr>
          <p:nvPr/>
        </p:nvSpPr>
        <p:spPr>
          <a:xfrm>
            <a:off x="1181100" y="4286250"/>
            <a:ext cx="4000500" cy="514350"/>
          </a:xfrm>
          <a:prstGeom prst="rect">
            <a:avLst/>
          </a:prstGeom>
          <a:noFill/>
          <a:ln w="0">
            <a:noFill/>
            <a:prstDash val="solid"/>
          </a:ln>
        </p:spPr>
        <p:txBody>
          <a:bodyPr wrap="square" lIns="0" tIns="0" rIns="0" bIns="0" anchor="t">
            <a:normAutofit/>
          </a:bodyPr>
          <a:lstStyle/>
          <a:p>
            <a:pPr algn="l">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Power-supply outputs and cabinet test points</a:t>
            </a:r>
          </a:p>
        </p:txBody>
      </p:sp>
      <p:sp>
        <p:nvSpPr>
          <p:cNvPr id="17" name="Straight Connector 16">
            <a:extLst>
              <a:ext uri="{FF2B5EF4-FFF2-40B4-BE49-F238E27FC236}">
                <a16:creationId xmlns:a16="http://schemas.microsoft.com/office/drawing/2014/main" id="{FC0357A0-1B32-4508-8BAF-9545A633EDAE}"/>
              </a:ext>
            </a:extLst>
          </p:cNvPr>
          <p:cNvSpPr>
            <a:spLocks noGrp="1"/>
          </p:cNvSpPr>
          <p:nvPr/>
        </p:nvSpPr>
        <p:spPr>
          <a:xfrm>
            <a:off x="1181100" y="5000625"/>
            <a:ext cx="4238625" cy="0"/>
          </a:xfrm>
          <a:prstGeom prst="line">
            <a:avLst/>
          </a:prstGeom>
          <a:noFill/>
          <a:ln w="9525">
            <a:solidFill>
              <a:srgbClr val="B8BCC4"/>
            </a:solidFill>
            <a:prstDash val="solid"/>
          </a:ln>
        </p:spPr>
        <p:txBody>
          <a:bodyPr/>
          <a:lstStyle/>
          <a:p>
            <a:endParaRPr/>
          </a:p>
        </p:txBody>
      </p:sp>
      <p:sp>
        <p:nvSpPr>
          <p:cNvPr id="18" name="Rectangle 17">
            <a:extLst>
              <a:ext uri="{FF2B5EF4-FFF2-40B4-BE49-F238E27FC236}">
                <a16:creationId xmlns:a16="http://schemas.microsoft.com/office/drawing/2014/main" id="{EB1F6434-B0B3-4BDE-BA2F-CC1A7AEF3003}"/>
              </a:ext>
            </a:extLst>
          </p:cNvPr>
          <p:cNvSpPr>
            <a:spLocks noGrp="1"/>
          </p:cNvSpPr>
          <p:nvPr/>
        </p:nvSpPr>
        <p:spPr>
          <a:xfrm>
            <a:off x="5972175" y="3857625"/>
            <a:ext cx="571500" cy="266700"/>
          </a:xfrm>
          <a:prstGeom prst="rect">
            <a:avLst/>
          </a:prstGeom>
          <a:noFill/>
          <a:ln w="0">
            <a:noFill/>
            <a:prstDash val="solid"/>
          </a:ln>
        </p:spPr>
        <p:txBody>
          <a:bodyPr wrap="square" lIns="0" tIns="0" rIns="0" bIns="0" anchor="t">
            <a:noAutofit/>
          </a:bodyPr>
          <a:lstStyle/>
          <a:p>
            <a:pPr algn="l">
              <a:buNone/>
              <a:defRPr sz="1425" b="1">
                <a:solidFill>
                  <a:srgbClr val="03699B"/>
                </a:solidFill>
                <a:latin typeface="Helvetica Neue"/>
                <a:ea typeface="Helvetica Neue"/>
                <a:cs typeface="Helvetica Neue"/>
              </a:defRPr>
            </a:pPr>
            <a:r>
              <a:rPr sz="1425" b="1">
                <a:solidFill>
                  <a:srgbClr val="03699B"/>
                </a:solidFill>
                <a:latin typeface="Helvetica Neue"/>
                <a:ea typeface="Helvetica Neue"/>
                <a:cs typeface="Helvetica Neue"/>
              </a:rPr>
              <a:t>04</a:t>
            </a:r>
          </a:p>
        </p:txBody>
      </p:sp>
      <p:sp>
        <p:nvSpPr>
          <p:cNvPr id="19" name="Rectangle 18">
            <a:extLst>
              <a:ext uri="{FF2B5EF4-FFF2-40B4-BE49-F238E27FC236}">
                <a16:creationId xmlns:a16="http://schemas.microsoft.com/office/drawing/2014/main" id="{97CB7A53-A36C-490E-81F1-76B758043CAD}"/>
              </a:ext>
            </a:extLst>
          </p:cNvPr>
          <p:cNvSpPr>
            <a:spLocks noGrp="1"/>
          </p:cNvSpPr>
          <p:nvPr/>
        </p:nvSpPr>
        <p:spPr>
          <a:xfrm>
            <a:off x="6753225" y="3857625"/>
            <a:ext cx="4095750" cy="304800"/>
          </a:xfrm>
          <a:prstGeom prst="rect">
            <a:avLst/>
          </a:prstGeom>
          <a:noFill/>
          <a:ln w="0">
            <a:noFill/>
            <a:prstDash val="solid"/>
          </a:ln>
        </p:spPr>
        <p:txBody>
          <a:bodyPr wrap="square" lIns="0" tIns="0" rIns="0" bIns="0" anchor="t">
            <a:noAutofit/>
          </a:bodyPr>
          <a:lstStyle/>
          <a:p>
            <a:pPr algn="l">
              <a:buNone/>
              <a:defRPr sz="1725" b="1">
                <a:solidFill>
                  <a:srgbClr val="0B0B0B"/>
                </a:solidFill>
                <a:latin typeface="Helvetica Neue"/>
                <a:ea typeface="Helvetica Neue"/>
                <a:cs typeface="Helvetica Neue"/>
              </a:defRPr>
            </a:pPr>
            <a:r>
              <a:rPr sz="1725" b="1">
                <a:solidFill>
                  <a:srgbClr val="0B0B0B"/>
                </a:solidFill>
                <a:latin typeface="Helvetica Neue"/>
                <a:ea typeface="Helvetica Neue"/>
                <a:cs typeface="Helvetica Neue"/>
              </a:rPr>
              <a:t>Battery testing</a:t>
            </a:r>
          </a:p>
        </p:txBody>
      </p:sp>
      <p:sp>
        <p:nvSpPr>
          <p:cNvPr id="20" name="Rectangle 19">
            <a:extLst>
              <a:ext uri="{FF2B5EF4-FFF2-40B4-BE49-F238E27FC236}">
                <a16:creationId xmlns:a16="http://schemas.microsoft.com/office/drawing/2014/main" id="{370D891B-48F5-497D-94F9-17041178BCCE}"/>
              </a:ext>
            </a:extLst>
          </p:cNvPr>
          <p:cNvSpPr>
            <a:spLocks noGrp="1"/>
          </p:cNvSpPr>
          <p:nvPr/>
        </p:nvSpPr>
        <p:spPr>
          <a:xfrm>
            <a:off x="6753225" y="4286250"/>
            <a:ext cx="4000500" cy="514350"/>
          </a:xfrm>
          <a:prstGeom prst="rect">
            <a:avLst/>
          </a:prstGeom>
          <a:noFill/>
          <a:ln w="0">
            <a:noFill/>
            <a:prstDash val="solid"/>
          </a:ln>
        </p:spPr>
        <p:txBody>
          <a:bodyPr wrap="square" lIns="0" tIns="0" rIns="0" bIns="0" anchor="t">
            <a:normAutofit/>
          </a:bodyPr>
          <a:lstStyle/>
          <a:p>
            <a:pPr algn="l">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Healthy vs. weak CR2032 readings and follow-up</a:t>
            </a:r>
          </a:p>
        </p:txBody>
      </p:sp>
      <p:sp>
        <p:nvSpPr>
          <p:cNvPr id="21" name="Straight Connector 20">
            <a:extLst>
              <a:ext uri="{FF2B5EF4-FFF2-40B4-BE49-F238E27FC236}">
                <a16:creationId xmlns:a16="http://schemas.microsoft.com/office/drawing/2014/main" id="{EF286B40-1C0D-46E2-8219-B703C02B1EF0}"/>
              </a:ext>
            </a:extLst>
          </p:cNvPr>
          <p:cNvSpPr>
            <a:spLocks noGrp="1"/>
          </p:cNvSpPr>
          <p:nvPr/>
        </p:nvSpPr>
        <p:spPr>
          <a:xfrm>
            <a:off x="6753225" y="5000625"/>
            <a:ext cx="4238625" cy="0"/>
          </a:xfrm>
          <a:prstGeom prst="line">
            <a:avLst/>
          </a:prstGeom>
          <a:noFill/>
          <a:ln w="9525">
            <a:solidFill>
              <a:srgbClr val="B8BCC4"/>
            </a:solidFill>
            <a:prstDash val="solid"/>
          </a:ln>
        </p:spPr>
        <p:txBody>
          <a:bodyPr/>
          <a:lstStyle/>
          <a:p>
            <a:endParaRPr/>
          </a:p>
        </p:txBody>
      </p:sp>
      <p:sp>
        <p:nvSpPr>
          <p:cNvPr id="22" name="Rectangle 21">
            <a:extLst>
              <a:ext uri="{FF2B5EF4-FFF2-40B4-BE49-F238E27FC236}">
                <a16:creationId xmlns:a16="http://schemas.microsoft.com/office/drawing/2014/main" id="{24483334-4BEA-4606-BCCF-D267115ADBDE}"/>
              </a:ext>
            </a:extLst>
          </p:cNvPr>
          <p:cNvSpPr>
            <a:spLocks noGrp="1"/>
          </p:cNvSpPr>
          <p:nvPr/>
        </p:nvSpPr>
        <p:spPr>
          <a:xfrm>
            <a:off x="400050" y="5524500"/>
            <a:ext cx="10668000" cy="476250"/>
          </a:xfrm>
          <a:prstGeom prst="rect">
            <a:avLst/>
          </a:prstGeom>
          <a:solidFill>
            <a:srgbClr val="EAF5FB"/>
          </a:solidFill>
          <a:ln w="9525">
            <a:solidFill>
              <a:srgbClr val="03699B"/>
            </a:solidFill>
            <a:prstDash val="solid"/>
          </a:ln>
        </p:spPr>
        <p:txBody>
          <a:bodyPr wrap="square" lIns="95250" tIns="95250" rIns="95250" bIns="95250" anchor="t">
            <a:normAutofit/>
          </a:bodyPr>
          <a:lstStyle/>
          <a:p>
            <a:pPr algn="ctr">
              <a:buNone/>
              <a:defRPr sz="1500" b="1">
                <a:solidFill>
                  <a:srgbClr val="03699B"/>
                </a:solidFill>
                <a:latin typeface="Helvetica Neue"/>
                <a:ea typeface="Helvetica Neue"/>
                <a:cs typeface="Helvetica Neue"/>
              </a:defRPr>
            </a:pPr>
            <a:r>
              <a:rPr sz="1500" b="1" dirty="0">
                <a:solidFill>
                  <a:srgbClr val="03699B"/>
                </a:solidFill>
                <a:latin typeface="Helvetica Neue"/>
                <a:ea typeface="Helvetica Neue"/>
                <a:cs typeface="Helvetica Neue"/>
              </a:rPr>
              <a:t>Before every live test: state the meter function, expected value, and reference point.</a:t>
            </a:r>
          </a:p>
        </p:txBody>
      </p:sp>
      <p:sp>
        <p:nvSpPr>
          <p:cNvPr id="24" name="Straight Connector 23">
            <a:extLst>
              <a:ext uri="{FF2B5EF4-FFF2-40B4-BE49-F238E27FC236}">
                <a16:creationId xmlns:a16="http://schemas.microsoft.com/office/drawing/2014/main" id="{F4F902A7-CBCC-0502-B2B0-FB17D18F1648}"/>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2741343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5EDC942-E145-4EB1-B40C-4FBED9CA8D1B}"/>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07 • HANDS-ON LAB - CMOS BATTERY EXAMPLE</a:t>
            </a:r>
          </a:p>
        </p:txBody>
      </p:sp>
      <p:sp>
        <p:nvSpPr>
          <p:cNvPr id="2" name="Rectangle 1">
            <a:extLst>
              <a:ext uri="{FF2B5EF4-FFF2-40B4-BE49-F238E27FC236}">
                <a16:creationId xmlns:a16="http://schemas.microsoft.com/office/drawing/2014/main" id="{1E1F722C-0ECE-40E3-AA17-5C96B9501B84}"/>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Small battery, big service consequence.</a:t>
            </a:r>
          </a:p>
        </p:txBody>
      </p:sp>
      <p:sp>
        <p:nvSpPr>
          <p:cNvPr id="6" name="Rectangle 5">
            <a:extLst>
              <a:ext uri="{FF2B5EF4-FFF2-40B4-BE49-F238E27FC236}">
                <a16:creationId xmlns:a16="http://schemas.microsoft.com/office/drawing/2014/main" id="{A99AF478-5A8B-4B23-8428-A059B7D3B096}"/>
              </a:ext>
            </a:extLst>
          </p:cNvPr>
          <p:cNvSpPr>
            <a:spLocks noGrp="1"/>
          </p:cNvSpPr>
          <p:nvPr/>
        </p:nvSpPr>
        <p:spPr>
          <a:xfrm>
            <a:off x="400050" y="1604324"/>
            <a:ext cx="400050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dirty="0">
                <a:solidFill>
                  <a:srgbClr val="03699B"/>
                </a:solidFill>
                <a:latin typeface="Helvetica Neue"/>
                <a:ea typeface="Helvetica Neue"/>
                <a:cs typeface="Helvetica Neue"/>
              </a:rPr>
              <a:t>IGT CMOS BATTERY EXAMPLE</a:t>
            </a:r>
          </a:p>
        </p:txBody>
      </p:sp>
      <p:sp>
        <p:nvSpPr>
          <p:cNvPr id="7" name="Rectangle 6">
            <a:extLst>
              <a:ext uri="{FF2B5EF4-FFF2-40B4-BE49-F238E27FC236}">
                <a16:creationId xmlns:a16="http://schemas.microsoft.com/office/drawing/2014/main" id="{49AE84AF-4B67-42D3-83D3-FB814E4D53DA}"/>
              </a:ext>
            </a:extLst>
          </p:cNvPr>
          <p:cNvSpPr>
            <a:spLocks noGrp="1"/>
          </p:cNvSpPr>
          <p:nvPr/>
        </p:nvSpPr>
        <p:spPr>
          <a:xfrm>
            <a:off x="400050" y="1928174"/>
            <a:ext cx="4953000" cy="666750"/>
          </a:xfrm>
          <a:prstGeom prst="rect">
            <a:avLst/>
          </a:prstGeom>
          <a:noFill/>
          <a:ln w="0">
            <a:noFill/>
            <a:prstDash val="solid"/>
          </a:ln>
        </p:spPr>
        <p:txBody>
          <a:bodyPr wrap="square" lIns="0" tIns="0" rIns="0" bIns="0" anchor="t">
            <a:normAutofit/>
          </a:bodyPr>
          <a:lstStyle/>
          <a:p>
            <a:pPr algn="l">
              <a:buNone/>
              <a:defRPr sz="1875" b="1">
                <a:solidFill>
                  <a:srgbClr val="0B0B0B"/>
                </a:solidFill>
                <a:latin typeface="Helvetica Neue"/>
                <a:ea typeface="Helvetica Neue"/>
                <a:cs typeface="Helvetica Neue"/>
              </a:defRPr>
            </a:pPr>
            <a:r>
              <a:rPr sz="1875" b="1">
                <a:solidFill>
                  <a:srgbClr val="0B0B0B"/>
                </a:solidFill>
                <a:latin typeface="Helvetica Neue"/>
                <a:ea typeface="Helvetica Neue"/>
                <a:cs typeface="Helvetica Neue"/>
              </a:rPr>
              <a:t>Use the meter to find a weak battery before it becomes a game problem.</a:t>
            </a:r>
          </a:p>
        </p:txBody>
      </p:sp>
      <p:sp>
        <p:nvSpPr>
          <p:cNvPr id="8" name="Rectangle 7">
            <a:extLst>
              <a:ext uri="{FF2B5EF4-FFF2-40B4-BE49-F238E27FC236}">
                <a16:creationId xmlns:a16="http://schemas.microsoft.com/office/drawing/2014/main" id="{6015AE3F-59ED-4FDB-B403-F532E33A5D4C}"/>
              </a:ext>
            </a:extLst>
          </p:cNvPr>
          <p:cNvSpPr>
            <a:spLocks noGrp="1"/>
          </p:cNvSpPr>
          <p:nvPr/>
        </p:nvSpPr>
        <p:spPr>
          <a:xfrm>
            <a:off x="400050" y="2842574"/>
            <a:ext cx="1428750" cy="495300"/>
          </a:xfrm>
          <a:prstGeom prst="rect">
            <a:avLst/>
          </a:prstGeom>
          <a:solidFill>
            <a:srgbClr val="EEF9F4"/>
          </a:solidFill>
          <a:ln w="9525">
            <a:solidFill>
              <a:srgbClr val="3AA675"/>
            </a:solidFill>
            <a:prstDash val="solid"/>
          </a:ln>
        </p:spPr>
        <p:txBody>
          <a:bodyPr wrap="square" lIns="95250" tIns="95250" rIns="95250" bIns="95250" anchor="t">
            <a:normAutofit/>
          </a:bodyPr>
          <a:lstStyle/>
          <a:p>
            <a:pPr algn="ctr">
              <a:buNone/>
              <a:defRPr sz="1650" b="1">
                <a:solidFill>
                  <a:srgbClr val="3AA675"/>
                </a:solidFill>
                <a:latin typeface="Helvetica Neue"/>
                <a:ea typeface="Helvetica Neue"/>
                <a:cs typeface="Helvetica Neue"/>
              </a:defRPr>
            </a:pPr>
            <a:r>
              <a:rPr sz="1650" b="1">
                <a:solidFill>
                  <a:srgbClr val="3AA675"/>
                </a:solidFill>
                <a:latin typeface="Helvetica Neue"/>
                <a:ea typeface="Helvetica Neue"/>
                <a:cs typeface="Helvetica Neue"/>
              </a:rPr>
              <a:t>≈ 3.2 V</a:t>
            </a:r>
          </a:p>
        </p:txBody>
      </p:sp>
      <p:sp>
        <p:nvSpPr>
          <p:cNvPr id="9" name="Rectangle 8">
            <a:extLst>
              <a:ext uri="{FF2B5EF4-FFF2-40B4-BE49-F238E27FC236}">
                <a16:creationId xmlns:a16="http://schemas.microsoft.com/office/drawing/2014/main" id="{FEE6D3DB-9631-43B3-9803-423036271008}"/>
              </a:ext>
            </a:extLst>
          </p:cNvPr>
          <p:cNvSpPr>
            <a:spLocks noGrp="1"/>
          </p:cNvSpPr>
          <p:nvPr/>
        </p:nvSpPr>
        <p:spPr>
          <a:xfrm>
            <a:off x="2095500" y="2947349"/>
            <a:ext cx="4476750" cy="266700"/>
          </a:xfrm>
          <a:prstGeom prst="rect">
            <a:avLst/>
          </a:prstGeom>
          <a:noFill/>
          <a:ln w="0">
            <a:noFill/>
            <a:prstDash val="solid"/>
          </a:ln>
        </p:spPr>
        <p:txBody>
          <a:bodyPr wrap="square" lIns="0" tIns="0" rIns="0" bIns="0" anchor="t">
            <a:noAutofit/>
          </a:bodyPr>
          <a:lstStyle/>
          <a:p>
            <a:pPr algn="l">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Healthy / nominal field reading</a:t>
            </a:r>
          </a:p>
        </p:txBody>
      </p:sp>
      <p:sp>
        <p:nvSpPr>
          <p:cNvPr id="10" name="Rectangle 9">
            <a:extLst>
              <a:ext uri="{FF2B5EF4-FFF2-40B4-BE49-F238E27FC236}">
                <a16:creationId xmlns:a16="http://schemas.microsoft.com/office/drawing/2014/main" id="{A4BA1B5D-AFC6-4E6C-A094-4B300E8FED29}"/>
              </a:ext>
            </a:extLst>
          </p:cNvPr>
          <p:cNvSpPr>
            <a:spLocks noGrp="1"/>
          </p:cNvSpPr>
          <p:nvPr/>
        </p:nvSpPr>
        <p:spPr>
          <a:xfrm>
            <a:off x="400050" y="3528374"/>
            <a:ext cx="1428750" cy="495300"/>
          </a:xfrm>
          <a:prstGeom prst="rect">
            <a:avLst/>
          </a:prstGeom>
          <a:solidFill>
            <a:srgbClr val="FFF9E8"/>
          </a:solidFill>
          <a:ln w="9525">
            <a:solidFill>
              <a:srgbClr val="F4B942"/>
            </a:solidFill>
            <a:prstDash val="solid"/>
          </a:ln>
        </p:spPr>
        <p:txBody>
          <a:bodyPr wrap="square" lIns="95250" tIns="95250" rIns="95250" bIns="95250" anchor="t">
            <a:normAutofit/>
          </a:bodyPr>
          <a:lstStyle/>
          <a:p>
            <a:pPr algn="ctr">
              <a:buNone/>
              <a:defRPr sz="1650" b="1">
                <a:solidFill>
                  <a:srgbClr val="F4B942"/>
                </a:solidFill>
                <a:latin typeface="Helvetica Neue"/>
                <a:ea typeface="Helvetica Neue"/>
                <a:cs typeface="Helvetica Neue"/>
              </a:defRPr>
            </a:pPr>
            <a:r>
              <a:rPr sz="1650" b="1">
                <a:solidFill>
                  <a:srgbClr val="F4B942"/>
                </a:solidFill>
                <a:latin typeface="Helvetica Neue"/>
                <a:ea typeface="Helvetica Neue"/>
                <a:cs typeface="Helvetica Neue"/>
              </a:rPr>
              <a:t>≈ 2.8 V</a:t>
            </a:r>
          </a:p>
        </p:txBody>
      </p:sp>
      <p:sp>
        <p:nvSpPr>
          <p:cNvPr id="11" name="Rectangle 10">
            <a:extLst>
              <a:ext uri="{FF2B5EF4-FFF2-40B4-BE49-F238E27FC236}">
                <a16:creationId xmlns:a16="http://schemas.microsoft.com/office/drawing/2014/main" id="{C61C47D1-4363-4899-B313-CFB325FDA869}"/>
              </a:ext>
            </a:extLst>
          </p:cNvPr>
          <p:cNvSpPr>
            <a:spLocks noGrp="1"/>
          </p:cNvSpPr>
          <p:nvPr/>
        </p:nvSpPr>
        <p:spPr>
          <a:xfrm>
            <a:off x="2095500" y="3633149"/>
            <a:ext cx="4476750" cy="266700"/>
          </a:xfrm>
          <a:prstGeom prst="rect">
            <a:avLst/>
          </a:prstGeom>
          <a:noFill/>
          <a:ln w="0">
            <a:noFill/>
            <a:prstDash val="solid"/>
          </a:ln>
        </p:spPr>
        <p:txBody>
          <a:bodyPr wrap="square" lIns="0" tIns="0" rIns="0" bIns="0" anchor="t">
            <a:noAutofit/>
          </a:bodyPr>
          <a:lstStyle/>
          <a:p>
            <a:pPr algn="l">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Recommend replacement per current guidance</a:t>
            </a:r>
          </a:p>
        </p:txBody>
      </p:sp>
      <p:sp>
        <p:nvSpPr>
          <p:cNvPr id="12" name="Rectangle 11">
            <a:extLst>
              <a:ext uri="{FF2B5EF4-FFF2-40B4-BE49-F238E27FC236}">
                <a16:creationId xmlns:a16="http://schemas.microsoft.com/office/drawing/2014/main" id="{9B2D87AA-B702-4BAF-A9F5-6A7697BF48A3}"/>
              </a:ext>
            </a:extLst>
          </p:cNvPr>
          <p:cNvSpPr>
            <a:spLocks noGrp="1"/>
          </p:cNvSpPr>
          <p:nvPr/>
        </p:nvSpPr>
        <p:spPr>
          <a:xfrm>
            <a:off x="400050" y="4214174"/>
            <a:ext cx="1428750" cy="495300"/>
          </a:xfrm>
          <a:prstGeom prst="rect">
            <a:avLst/>
          </a:prstGeom>
          <a:solidFill>
            <a:srgbClr val="FFF0F0"/>
          </a:solidFill>
          <a:ln w="9525">
            <a:solidFill>
              <a:srgbClr val="C65353"/>
            </a:solidFill>
            <a:prstDash val="solid"/>
          </a:ln>
        </p:spPr>
        <p:txBody>
          <a:bodyPr wrap="square" lIns="95250" tIns="95250" rIns="95250" bIns="95250" anchor="t">
            <a:normAutofit/>
          </a:bodyPr>
          <a:lstStyle/>
          <a:p>
            <a:pPr algn="ctr">
              <a:buNone/>
              <a:defRPr sz="1650" b="1">
                <a:solidFill>
                  <a:srgbClr val="C65353"/>
                </a:solidFill>
                <a:latin typeface="Helvetica Neue"/>
                <a:ea typeface="Helvetica Neue"/>
                <a:cs typeface="Helvetica Neue"/>
              </a:defRPr>
            </a:pPr>
            <a:r>
              <a:rPr sz="1650" b="1">
                <a:solidFill>
                  <a:srgbClr val="C65353"/>
                </a:solidFill>
                <a:latin typeface="Helvetica Neue"/>
                <a:ea typeface="Helvetica Neue"/>
                <a:cs typeface="Helvetica Neue"/>
              </a:rPr>
              <a:t>≈ 2.7 V</a:t>
            </a:r>
          </a:p>
        </p:txBody>
      </p:sp>
      <p:sp>
        <p:nvSpPr>
          <p:cNvPr id="13" name="Rectangle 12">
            <a:extLst>
              <a:ext uri="{FF2B5EF4-FFF2-40B4-BE49-F238E27FC236}">
                <a16:creationId xmlns:a16="http://schemas.microsoft.com/office/drawing/2014/main" id="{58B03D2A-94E5-4A11-9F98-47991E5A3AB8}"/>
              </a:ext>
            </a:extLst>
          </p:cNvPr>
          <p:cNvSpPr>
            <a:spLocks noGrp="1"/>
          </p:cNvSpPr>
          <p:nvPr/>
        </p:nvSpPr>
        <p:spPr>
          <a:xfrm>
            <a:off x="2095500" y="4318949"/>
            <a:ext cx="4476750" cy="266700"/>
          </a:xfrm>
          <a:prstGeom prst="rect">
            <a:avLst/>
          </a:prstGeom>
          <a:noFill/>
          <a:ln w="0">
            <a:noFill/>
            <a:prstDash val="solid"/>
          </a:ln>
        </p:spPr>
        <p:txBody>
          <a:bodyPr wrap="square" lIns="0" tIns="0" rIns="0" bIns="0" anchor="t">
            <a:noAutofit/>
          </a:bodyPr>
          <a:lstStyle/>
          <a:p>
            <a:pPr algn="l">
              <a:buNone/>
              <a:defRPr sz="1500" b="0">
                <a:solidFill>
                  <a:srgbClr val="4B5563"/>
                </a:solidFill>
                <a:latin typeface="Helvetica Neue"/>
                <a:ea typeface="Helvetica Neue"/>
                <a:cs typeface="Helvetica Neue"/>
              </a:defRPr>
            </a:pPr>
            <a:r>
              <a:rPr sz="1500" b="0" dirty="0">
                <a:solidFill>
                  <a:srgbClr val="4B5563"/>
                </a:solidFill>
                <a:latin typeface="Helvetica Neue"/>
                <a:ea typeface="Helvetica Neue"/>
                <a:cs typeface="Helvetica Neue"/>
              </a:rPr>
              <a:t>Soft-tilt warning may begin</a:t>
            </a:r>
          </a:p>
        </p:txBody>
      </p:sp>
      <p:sp>
        <p:nvSpPr>
          <p:cNvPr id="14" name="Rectangle 13">
            <a:extLst>
              <a:ext uri="{FF2B5EF4-FFF2-40B4-BE49-F238E27FC236}">
                <a16:creationId xmlns:a16="http://schemas.microsoft.com/office/drawing/2014/main" id="{04533ECA-B682-4F14-B3F6-E45C87C7284A}"/>
              </a:ext>
            </a:extLst>
          </p:cNvPr>
          <p:cNvSpPr>
            <a:spLocks noGrp="1"/>
          </p:cNvSpPr>
          <p:nvPr/>
        </p:nvSpPr>
        <p:spPr>
          <a:xfrm>
            <a:off x="7524750" y="1699574"/>
            <a:ext cx="3429000" cy="495300"/>
          </a:xfrm>
          <a:prstGeom prst="rect">
            <a:avLst/>
          </a:prstGeom>
          <a:solidFill>
            <a:srgbClr val="F0F1F2"/>
          </a:solidFill>
          <a:ln w="9525">
            <a:solidFill>
              <a:srgbClr val="B8BCC4"/>
            </a:solidFill>
            <a:prstDash val="solid"/>
          </a:ln>
        </p:spPr>
        <p:txBody>
          <a:bodyPr wrap="square" lIns="95250" tIns="95250" rIns="95250" bIns="95250" anchor="t">
            <a:normAutofit/>
          </a:bodyPr>
          <a:lstStyle/>
          <a:p>
            <a:pPr algn="ctr">
              <a:buNone/>
              <a:defRPr sz="1350" b="1">
                <a:solidFill>
                  <a:srgbClr val="0B0B0B"/>
                </a:solidFill>
                <a:latin typeface="Helvetica Neue"/>
                <a:ea typeface="Helvetica Neue"/>
                <a:cs typeface="Helvetica Neue"/>
              </a:defRPr>
            </a:pPr>
            <a:r>
              <a:rPr sz="1350" b="1" dirty="0">
                <a:solidFill>
                  <a:srgbClr val="0B0B0B"/>
                </a:solidFill>
                <a:latin typeface="Helvetica Neue"/>
                <a:ea typeface="Helvetica Neue"/>
                <a:cs typeface="Helvetica Neue"/>
              </a:rPr>
              <a:t>REPLACEMENT MAY REQUIRE</a:t>
            </a:r>
          </a:p>
        </p:txBody>
      </p:sp>
      <p:sp>
        <p:nvSpPr>
          <p:cNvPr id="15" name="Rectangle 14">
            <a:extLst>
              <a:ext uri="{FF2B5EF4-FFF2-40B4-BE49-F238E27FC236}">
                <a16:creationId xmlns:a16="http://schemas.microsoft.com/office/drawing/2014/main" id="{5F5199F3-FE02-49E2-AE4C-B3053863A123}"/>
              </a:ext>
            </a:extLst>
          </p:cNvPr>
          <p:cNvSpPr>
            <a:spLocks noGrp="1"/>
          </p:cNvSpPr>
          <p:nvPr/>
        </p:nvSpPr>
        <p:spPr>
          <a:xfrm>
            <a:off x="7810499" y="2509199"/>
            <a:ext cx="3718481" cy="1905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dirty="0">
                <a:solidFill>
                  <a:srgbClr val="0B0B0B"/>
                </a:solidFill>
                <a:latin typeface="Helvetica Neue"/>
                <a:ea typeface="Helvetica Neue"/>
                <a:cs typeface="Helvetica Neue"/>
              </a:rPr>
              <a:t>RAM clear</a:t>
            </a:r>
            <a:endParaRPr lang="en-US" sz="1650" b="0" dirty="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dirty="0">
                <a:solidFill>
                  <a:srgbClr val="0B0B0B"/>
                </a:solidFill>
                <a:latin typeface="Helvetica Neue"/>
                <a:ea typeface="Helvetica Neue"/>
                <a:cs typeface="Helvetica Neue"/>
              </a:rPr>
              <a:t>Re-optioning</a:t>
            </a:r>
            <a:endParaRPr lang="en-US" sz="1650" b="0" dirty="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dirty="0">
                <a:solidFill>
                  <a:srgbClr val="0B0B0B"/>
                </a:solidFill>
                <a:latin typeface="Helvetica Neue"/>
                <a:ea typeface="Helvetica Neue"/>
                <a:cs typeface="Helvetica Neue"/>
              </a:rPr>
              <a:t>NOM / Notification of Maintenance</a:t>
            </a:r>
            <a:endParaRPr lang="en-US" sz="1650" b="0" dirty="0">
              <a:solidFill>
                <a:srgbClr val="0B0B0B"/>
              </a:solidFill>
              <a:latin typeface="Helvetica Neue"/>
              <a:ea typeface="Helvetica Neue"/>
              <a:cs typeface="Helvetica Neue"/>
            </a:endParaRPr>
          </a:p>
          <a:p>
            <a:pPr marL="228600" indent="-228600" algn="l">
              <a:buFont typeface="Arial" panose="020B0604020202020204" pitchFamily="34" charset="0"/>
              <a:buChar char="•"/>
              <a:defRPr sz="1650" b="0">
                <a:solidFill>
                  <a:srgbClr val="0B0B0B"/>
                </a:solidFill>
                <a:latin typeface="Helvetica Neue"/>
                <a:ea typeface="Helvetica Neue"/>
                <a:cs typeface="Helvetica Neue"/>
              </a:defRPr>
            </a:pPr>
            <a:r>
              <a:rPr sz="1650" b="0" dirty="0">
                <a:solidFill>
                  <a:srgbClr val="0B0B0B"/>
                </a:solidFill>
                <a:latin typeface="Helvetica Neue"/>
                <a:ea typeface="Helvetica Neue"/>
                <a:cs typeface="Helvetica Neue"/>
              </a:rPr>
              <a:t>Site or tribal documentation</a:t>
            </a:r>
            <a:endParaRPr lang="en-US" sz="1650" b="0" dirty="0">
              <a:solidFill>
                <a:srgbClr val="0B0B0B"/>
              </a:solidFill>
              <a:latin typeface="Helvetica Neue"/>
              <a:ea typeface="Helvetica Neue"/>
              <a:cs typeface="Helvetica Neue"/>
            </a:endParaRPr>
          </a:p>
        </p:txBody>
      </p:sp>
      <p:pic>
        <p:nvPicPr>
          <p:cNvPr id="18" name="Picture 17">
            <a:extLst>
              <a:ext uri="{FF2B5EF4-FFF2-40B4-BE49-F238E27FC236}">
                <a16:creationId xmlns:a16="http://schemas.microsoft.com/office/drawing/2014/main" id="{5FB9C85A-1477-1CBB-6342-440E7D411E42}"/>
              </a:ext>
            </a:extLst>
          </p:cNvPr>
          <p:cNvPicPr>
            <a:picLocks noChangeAspect="1"/>
          </p:cNvPicPr>
          <p:nvPr/>
        </p:nvPicPr>
        <p:blipFill>
          <a:blip r:embed="rId3"/>
          <a:srcRect l="170" t="19236" r="429" b="14408"/>
          <a:stretch>
            <a:fillRect/>
          </a:stretch>
        </p:blipFill>
        <p:spPr>
          <a:xfrm>
            <a:off x="7806589" y="4123524"/>
            <a:ext cx="2557720" cy="149491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7" name="Straight Connector 16">
            <a:extLst>
              <a:ext uri="{FF2B5EF4-FFF2-40B4-BE49-F238E27FC236}">
                <a16:creationId xmlns:a16="http://schemas.microsoft.com/office/drawing/2014/main" id="{733E0CEC-3F3C-9659-8594-101654D1F96F}"/>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1277780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98CF-39B4-CA21-5822-144CE3A44CA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4534A9C-DAE3-AF87-1173-6FF64A143BE6}"/>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07 • HANDS-ON LAB - CONTINUITY TEST</a:t>
            </a:r>
          </a:p>
        </p:txBody>
      </p:sp>
      <p:sp>
        <p:nvSpPr>
          <p:cNvPr id="2" name="Rectangle 1">
            <a:extLst>
              <a:ext uri="{FF2B5EF4-FFF2-40B4-BE49-F238E27FC236}">
                <a16:creationId xmlns:a16="http://schemas.microsoft.com/office/drawing/2014/main" id="{0EB627BC-7FB4-B43B-9466-99711EA647CD}"/>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defRPr sz="2850" b="1">
                <a:solidFill>
                  <a:srgbClr val="0B0B0B"/>
                </a:solidFill>
                <a:latin typeface="Helvetica Neue"/>
                <a:ea typeface="Helvetica Neue"/>
                <a:cs typeface="Helvetica Neue"/>
              </a:defRPr>
            </a:pPr>
            <a:r>
              <a:rPr lang="en-US" sz="2850" b="1" dirty="0">
                <a:solidFill>
                  <a:srgbClr val="0B0B0B"/>
                </a:solidFill>
                <a:latin typeface="Helvetica Neue"/>
              </a:rPr>
              <a:t>Connecting two points</a:t>
            </a:r>
            <a:endParaRPr lang="en-US" dirty="0"/>
          </a:p>
        </p:txBody>
      </p:sp>
      <p:sp>
        <p:nvSpPr>
          <p:cNvPr id="6" name="Rectangle 5">
            <a:extLst>
              <a:ext uri="{FF2B5EF4-FFF2-40B4-BE49-F238E27FC236}">
                <a16:creationId xmlns:a16="http://schemas.microsoft.com/office/drawing/2014/main" id="{5306DC6D-7D4C-06EE-84B2-41307D552D2D}"/>
              </a:ext>
            </a:extLst>
          </p:cNvPr>
          <p:cNvSpPr>
            <a:spLocks noGrp="1"/>
          </p:cNvSpPr>
          <p:nvPr/>
        </p:nvSpPr>
        <p:spPr>
          <a:xfrm>
            <a:off x="400050" y="1764580"/>
            <a:ext cx="4000500" cy="228600"/>
          </a:xfrm>
          <a:prstGeom prst="rect">
            <a:avLst/>
          </a:prstGeom>
          <a:noFill/>
          <a:ln w="0">
            <a:noFill/>
            <a:prstDash val="solid"/>
          </a:ln>
        </p:spPr>
        <p:txBody>
          <a:bodyPr wrap="square" lIns="0" tIns="0" rIns="0" bIns="0" anchor="t">
            <a:noAutofit/>
          </a:bodyPr>
          <a:lstStyle/>
          <a:p>
            <a:pPr>
              <a:defRPr sz="1200" b="1">
                <a:solidFill>
                  <a:srgbClr val="03699B"/>
                </a:solidFill>
                <a:latin typeface="Helvetica Neue"/>
                <a:ea typeface="Helvetica Neue"/>
                <a:cs typeface="Helvetica Neue"/>
              </a:defRPr>
            </a:pPr>
            <a:r>
              <a:rPr lang="en-US" sz="1200" b="1">
                <a:solidFill>
                  <a:srgbClr val="03699B"/>
                </a:solidFill>
                <a:latin typeface="Helvetica Neue"/>
              </a:rPr>
              <a:t>Continuity Test</a:t>
            </a:r>
            <a:endParaRPr lang="en-US"/>
          </a:p>
        </p:txBody>
      </p:sp>
      <p:sp>
        <p:nvSpPr>
          <p:cNvPr id="7" name="Rectangle 6">
            <a:extLst>
              <a:ext uri="{FF2B5EF4-FFF2-40B4-BE49-F238E27FC236}">
                <a16:creationId xmlns:a16="http://schemas.microsoft.com/office/drawing/2014/main" id="{1ACAB368-719D-EFF0-4E66-7692358E28F9}"/>
              </a:ext>
            </a:extLst>
          </p:cNvPr>
          <p:cNvSpPr>
            <a:spLocks noGrp="1"/>
          </p:cNvSpPr>
          <p:nvPr/>
        </p:nvSpPr>
        <p:spPr>
          <a:xfrm>
            <a:off x="400050" y="2088430"/>
            <a:ext cx="4953000" cy="666750"/>
          </a:xfrm>
          <a:prstGeom prst="rect">
            <a:avLst/>
          </a:prstGeom>
          <a:noFill/>
          <a:ln w="0">
            <a:noFill/>
            <a:prstDash val="solid"/>
          </a:ln>
        </p:spPr>
        <p:txBody>
          <a:bodyPr wrap="square" lIns="0" tIns="0" rIns="0" bIns="0" anchor="t">
            <a:normAutofit fontScale="92500" lnSpcReduction="20000"/>
          </a:bodyPr>
          <a:lstStyle/>
          <a:p>
            <a:pPr>
              <a:defRPr sz="1875" b="1">
                <a:solidFill>
                  <a:srgbClr val="0B0B0B"/>
                </a:solidFill>
                <a:latin typeface="Helvetica Neue"/>
                <a:ea typeface="Helvetica Neue"/>
                <a:cs typeface="Helvetica Neue"/>
              </a:defRPr>
            </a:pPr>
            <a:r>
              <a:rPr sz="1850" b="1" dirty="0">
                <a:solidFill>
                  <a:srgbClr val="0B0B0B"/>
                </a:solidFill>
                <a:latin typeface="Helvetica Neue"/>
                <a:ea typeface="Helvetica Neue"/>
                <a:cs typeface="Helvetica Neue"/>
              </a:rPr>
              <a:t>Use the meter to find </a:t>
            </a:r>
            <a:r>
              <a:rPr lang="en-US" sz="1850" b="1" dirty="0">
                <a:solidFill>
                  <a:srgbClr val="0B0B0B"/>
                </a:solidFill>
                <a:latin typeface="Helvetica Neue"/>
                <a:ea typeface="Helvetica Neue"/>
                <a:cs typeface="Helvetica Neue"/>
              </a:rPr>
              <a:t>the good or bad connections between two points of a component, with and without a tone.</a:t>
            </a:r>
          </a:p>
        </p:txBody>
      </p:sp>
      <p:sp>
        <p:nvSpPr>
          <p:cNvPr id="14" name="Rectangle 13">
            <a:extLst>
              <a:ext uri="{FF2B5EF4-FFF2-40B4-BE49-F238E27FC236}">
                <a16:creationId xmlns:a16="http://schemas.microsoft.com/office/drawing/2014/main" id="{1DA91364-8B16-0FEE-45FF-52A7A31C8420}"/>
              </a:ext>
            </a:extLst>
          </p:cNvPr>
          <p:cNvSpPr>
            <a:spLocks noGrp="1"/>
          </p:cNvSpPr>
          <p:nvPr/>
        </p:nvSpPr>
        <p:spPr>
          <a:xfrm>
            <a:off x="7524750" y="1859830"/>
            <a:ext cx="3429000" cy="495300"/>
          </a:xfrm>
          <a:prstGeom prst="rect">
            <a:avLst/>
          </a:prstGeom>
          <a:solidFill>
            <a:srgbClr val="F0F1F2"/>
          </a:solidFill>
          <a:ln w="9525">
            <a:solidFill>
              <a:srgbClr val="B8BCC4"/>
            </a:solidFill>
            <a:prstDash val="solid"/>
          </a:ln>
        </p:spPr>
        <p:txBody>
          <a:bodyPr wrap="square" lIns="95250" tIns="95250" rIns="95250" bIns="95250" anchor="t">
            <a:normAutofit/>
          </a:bodyPr>
          <a:lstStyle/>
          <a:p>
            <a:pPr algn="ctr">
              <a:buNone/>
              <a:defRPr sz="1350" b="1">
                <a:solidFill>
                  <a:srgbClr val="0B0B0B"/>
                </a:solidFill>
                <a:latin typeface="Helvetica Neue"/>
                <a:ea typeface="Helvetica Neue"/>
                <a:cs typeface="Helvetica Neue"/>
              </a:defRPr>
            </a:pPr>
            <a:r>
              <a:rPr sz="1350" b="1" dirty="0">
                <a:solidFill>
                  <a:srgbClr val="0B0B0B"/>
                </a:solidFill>
                <a:latin typeface="Helvetica Neue"/>
                <a:ea typeface="Helvetica Neue"/>
                <a:cs typeface="Helvetica Neue"/>
              </a:rPr>
              <a:t>REPLACEMENT MAY REQUIRE</a:t>
            </a:r>
          </a:p>
        </p:txBody>
      </p:sp>
      <p:sp>
        <p:nvSpPr>
          <p:cNvPr id="15" name="Rectangle 14">
            <a:extLst>
              <a:ext uri="{FF2B5EF4-FFF2-40B4-BE49-F238E27FC236}">
                <a16:creationId xmlns:a16="http://schemas.microsoft.com/office/drawing/2014/main" id="{E9A5B871-469C-B5E4-04BA-1E646F035F46}"/>
              </a:ext>
            </a:extLst>
          </p:cNvPr>
          <p:cNvSpPr>
            <a:spLocks noGrp="1"/>
          </p:cNvSpPr>
          <p:nvPr/>
        </p:nvSpPr>
        <p:spPr>
          <a:xfrm>
            <a:off x="7810500" y="2669455"/>
            <a:ext cx="3143250" cy="1905000"/>
          </a:xfrm>
          <a:prstGeom prst="rect">
            <a:avLst/>
          </a:prstGeom>
          <a:noFill/>
          <a:ln w="0">
            <a:noFill/>
            <a:prstDash val="solid"/>
          </a:ln>
        </p:spPr>
        <p:txBody>
          <a:bodyPr wrap="square" lIns="0" tIns="0" rIns="0" bIns="0" anchor="t">
            <a:normAutofit/>
          </a:bodyPr>
          <a:lstStyle/>
          <a:p>
            <a:pPr marL="228600" indent="-228600">
              <a:buFont typeface="Arial" panose="020B0604020202020204" pitchFamily="34" charset="0"/>
              <a:buChar char="•"/>
              <a:defRPr sz="1650" b="0">
                <a:solidFill>
                  <a:srgbClr val="0B0B0B"/>
                </a:solidFill>
                <a:latin typeface="Helvetica Neue"/>
                <a:ea typeface="Helvetica Neue"/>
                <a:cs typeface="Helvetica Neue"/>
              </a:defRPr>
            </a:pPr>
            <a:r>
              <a:rPr lang="en-US" sz="1650" dirty="0">
                <a:solidFill>
                  <a:srgbClr val="0B0B0B"/>
                </a:solidFill>
                <a:latin typeface="Helvetica Neue"/>
                <a:ea typeface="Helvetica Neue"/>
                <a:cs typeface="Helvetica Neue"/>
              </a:rPr>
              <a:t>Replacement of component</a:t>
            </a:r>
            <a:endParaRPr lang="en-US" sz="1650" b="0" dirty="0">
              <a:solidFill>
                <a:srgbClr val="0B0B0B"/>
              </a:solidFill>
              <a:latin typeface="Helvetica Neue"/>
              <a:ea typeface="Helvetica Neue"/>
              <a:cs typeface="Helvetica Neue"/>
            </a:endParaRPr>
          </a:p>
          <a:p>
            <a:pPr marL="228600" indent="-228600">
              <a:buFont typeface="Arial" panose="020B0604020202020204" pitchFamily="34" charset="0"/>
              <a:buChar char="•"/>
              <a:defRPr sz="1650" b="0">
                <a:solidFill>
                  <a:srgbClr val="0B0B0B"/>
                </a:solidFill>
                <a:latin typeface="Helvetica Neue"/>
                <a:ea typeface="Helvetica Neue"/>
                <a:cs typeface="Helvetica Neue"/>
              </a:defRPr>
            </a:pPr>
            <a:r>
              <a:rPr lang="en-US" sz="1650" dirty="0">
                <a:solidFill>
                  <a:srgbClr val="0B0B0B"/>
                </a:solidFill>
                <a:latin typeface="Helvetica Neue"/>
                <a:ea typeface="Helvetica Neue"/>
                <a:cs typeface="Helvetica Neue"/>
              </a:rPr>
              <a:t>Rewiring or replacing a pin </a:t>
            </a:r>
            <a:endParaRPr lang="en-US" sz="1650" b="0" dirty="0">
              <a:solidFill>
                <a:srgbClr val="0B0B0B"/>
              </a:solidFill>
              <a:latin typeface="Helvetica Neue"/>
              <a:ea typeface="Helvetica Neue"/>
              <a:cs typeface="Helvetica Neue"/>
            </a:endParaRPr>
          </a:p>
          <a:p>
            <a:pPr marL="228600" indent="-228600">
              <a:buFont typeface="Arial" panose="020B0604020202020204" pitchFamily="34" charset="0"/>
              <a:buChar char="•"/>
              <a:defRPr sz="1650" b="0">
                <a:solidFill>
                  <a:srgbClr val="0B0B0B"/>
                </a:solidFill>
                <a:latin typeface="Helvetica Neue"/>
                <a:ea typeface="Helvetica Neue"/>
                <a:cs typeface="Helvetica Neue"/>
              </a:defRPr>
            </a:pPr>
            <a:r>
              <a:rPr lang="en-US" sz="1650" dirty="0">
                <a:solidFill>
                  <a:srgbClr val="0B0B0B"/>
                </a:solidFill>
                <a:latin typeface="Helvetica Neue"/>
                <a:ea typeface="Helvetica Neue"/>
                <a:cs typeface="Helvetica Neue"/>
              </a:rPr>
              <a:t>Running a new harness</a:t>
            </a:r>
            <a:endParaRPr lang="en-US" sz="1650" b="0" dirty="0">
              <a:solidFill>
                <a:srgbClr val="0B0B0B"/>
              </a:solidFill>
              <a:latin typeface="Helvetica Neue"/>
              <a:ea typeface="Helvetica Neue"/>
              <a:cs typeface="Helvetica Neue"/>
            </a:endParaRPr>
          </a:p>
        </p:txBody>
      </p:sp>
      <p:sp>
        <p:nvSpPr>
          <p:cNvPr id="17" name="Straight Connector 16">
            <a:extLst>
              <a:ext uri="{FF2B5EF4-FFF2-40B4-BE49-F238E27FC236}">
                <a16:creationId xmlns:a16="http://schemas.microsoft.com/office/drawing/2014/main" id="{8A37EAB1-B35F-F132-17E4-C38AE4BD6331}"/>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pic>
        <p:nvPicPr>
          <p:cNvPr id="3" name="Picture 2">
            <a:extLst>
              <a:ext uri="{FF2B5EF4-FFF2-40B4-BE49-F238E27FC236}">
                <a16:creationId xmlns:a16="http://schemas.microsoft.com/office/drawing/2014/main" id="{1412F8C3-7F4B-6F70-17CF-0BA12B324E85}"/>
              </a:ext>
            </a:extLst>
          </p:cNvPr>
          <p:cNvPicPr>
            <a:picLocks noChangeAspect="1"/>
          </p:cNvPicPr>
          <p:nvPr/>
        </p:nvPicPr>
        <p:blipFill>
          <a:blip r:embed="rId3"/>
          <a:srcRect t="-1562" b="-3463"/>
          <a:stretch>
            <a:fillRect/>
          </a:stretch>
        </p:blipFill>
        <p:spPr>
          <a:xfrm>
            <a:off x="867273" y="2850430"/>
            <a:ext cx="4797401" cy="3833733"/>
          </a:xfrm>
          <a:prstGeom prst="rect">
            <a:avLst/>
          </a:prstGeom>
        </p:spPr>
      </p:pic>
    </p:spTree>
    <p:extLst>
      <p:ext uri="{BB962C8B-B14F-4D97-AF65-F5344CB8AC3E}">
        <p14:creationId xmlns:p14="http://schemas.microsoft.com/office/powerpoint/2010/main" val="1855492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07 • HANDS-ON LAB - 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Turn every reading into useful evidence.</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State the function before every live test.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Predict the expected value and reference point.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Compare, explain, and narrow the fault.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Document the test and result clearly.</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Which station changed your thinking?</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setup step was easiest to miss?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would you test differently next time?</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Practice becomes a field habit when you can explain each choice.</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4234126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2C5A8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D02EF-327D-1AE0-C678-2D98AC2B678F}"/>
              </a:ext>
            </a:extLst>
          </p:cNvPr>
          <p:cNvSpPr>
            <a:spLocks noGrp="1"/>
          </p:cNvSpPr>
          <p:nvPr/>
        </p:nvSpPr>
        <p:spPr>
          <a:xfrm>
            <a:off x="876300" y="1562100"/>
            <a:ext cx="10439400" cy="3733800"/>
          </a:xfrm>
          <a:prstGeom prst="rect">
            <a:avLst/>
          </a:prstGeom>
          <a:noFill/>
          <a:ln w="0">
            <a:noFill/>
            <a:prstDash val="solid"/>
          </a:ln>
        </p:spPr>
        <p:txBody>
          <a:bodyPr wrap="square" lIns="76200" tIns="76200" rIns="76200" bIns="76200" anchor="ctr">
            <a:noAutofit/>
          </a:bodyPr>
          <a:lstStyle/>
          <a:p>
            <a:pPr algn="ctr">
              <a:spcAft>
                <a:spcPts val="20"/>
              </a:spcAft>
              <a:buNone/>
              <a:defRPr>
                <a:latin typeface="Helvetica Neue"/>
                <a:ea typeface="Helvetica Neue"/>
                <a:cs typeface="Helvetica Neue"/>
              </a:defRPr>
            </a:pPr>
            <a:r>
              <a:rPr sz="2000" b="1">
                <a:solidFill>
                  <a:srgbClr val="4FC3E7"/>
                </a:solidFill>
                <a:latin typeface="Helvetica Neue"/>
                <a:ea typeface="Helvetica Neue"/>
                <a:cs typeface="Helvetica Neue"/>
              </a:rPr>
              <a:t>SECTION 08</a:t>
            </a:r>
          </a:p>
          <a:p>
            <a:pPr algn="ctr">
              <a:spcAft>
                <a:spcPts val="18"/>
              </a:spcAft>
              <a:buNone/>
              <a:defRPr>
                <a:latin typeface="Helvetica Neue"/>
                <a:ea typeface="Helvetica Neue"/>
                <a:cs typeface="Helvetica Neue"/>
              </a:defRPr>
            </a:pPr>
            <a:r>
              <a:rPr sz="4800" b="1">
                <a:solidFill>
                  <a:srgbClr val="FFFFFF"/>
                </a:solidFill>
                <a:latin typeface="Helvetica Neue"/>
                <a:ea typeface="Helvetica Neue"/>
                <a:cs typeface="Helvetica Neue"/>
              </a:rPr>
              <a:t>In Closing</a:t>
            </a:r>
          </a:p>
          <a:p>
            <a:pPr algn="ctr">
              <a:buNone/>
              <a:defRPr>
                <a:latin typeface="Helvetica Neue"/>
                <a:ea typeface="Helvetica Neue"/>
                <a:cs typeface="Helvetica Neue"/>
              </a:defRPr>
            </a:pPr>
            <a:r>
              <a:rPr sz="2300">
                <a:solidFill>
                  <a:srgbClr val="CDECF7"/>
                </a:solidFill>
                <a:latin typeface="Helvetica Neue"/>
                <a:ea typeface="Helvetica Neue"/>
                <a:cs typeface="Helvetica Neue"/>
              </a:rPr>
              <a:t>Turn today’s practice into tomorrow’s habit.</a:t>
            </a:r>
          </a:p>
        </p:txBody>
      </p:sp>
    </p:spTree>
    <p:extLst>
      <p:ext uri="{BB962C8B-B14F-4D97-AF65-F5344CB8AC3E}">
        <p14:creationId xmlns:p14="http://schemas.microsoft.com/office/powerpoint/2010/main" val="3165423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11120AB-4A80-4876-A7BA-67526D551EE4}"/>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08 • POLICIES AND CLOSE - REVIEW</a:t>
            </a:r>
          </a:p>
        </p:txBody>
      </p:sp>
      <p:sp>
        <p:nvSpPr>
          <p:cNvPr id="2" name="Rectangle 1">
            <a:extLst>
              <a:ext uri="{FF2B5EF4-FFF2-40B4-BE49-F238E27FC236}">
                <a16:creationId xmlns:a16="http://schemas.microsoft.com/office/drawing/2014/main" id="{50788BDA-7DD4-40B7-9F56-5B84BBD6FF1F}"/>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Safe work includes the paperwork and the handoff.</a:t>
            </a:r>
          </a:p>
        </p:txBody>
      </p:sp>
      <p:sp>
        <p:nvSpPr>
          <p:cNvPr id="5" name="Rectangle 4">
            <a:extLst>
              <a:ext uri="{FF2B5EF4-FFF2-40B4-BE49-F238E27FC236}">
                <a16:creationId xmlns:a16="http://schemas.microsoft.com/office/drawing/2014/main" id="{E69CE99D-2A0C-4507-97F3-A61FF9ED0732}"/>
              </a:ext>
            </a:extLst>
          </p:cNvPr>
          <p:cNvSpPr>
            <a:spLocks noGrp="1"/>
          </p:cNvSpPr>
          <p:nvPr/>
        </p:nvSpPr>
        <p:spPr>
          <a:xfrm>
            <a:off x="344021" y="1759324"/>
            <a:ext cx="2381250" cy="685800"/>
          </a:xfrm>
          <a:prstGeom prst="rect">
            <a:avLst/>
          </a:prstGeom>
          <a:solidFill>
            <a:srgbClr val="EAF5FB"/>
          </a:solidFill>
          <a:ln w="19050">
            <a:solidFill>
              <a:srgbClr val="03699B"/>
            </a:solidFill>
            <a:prstDash val="solid"/>
          </a:ln>
        </p:spPr>
        <p:txBody>
          <a:bodyPr wrap="square" lIns="95250" tIns="95250" rIns="95250" bIns="95250" anchor="t">
            <a:norm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REVIEW</a:t>
            </a:r>
          </a:p>
        </p:txBody>
      </p:sp>
      <p:sp>
        <p:nvSpPr>
          <p:cNvPr id="6" name="Rectangle 5">
            <a:extLst>
              <a:ext uri="{FF2B5EF4-FFF2-40B4-BE49-F238E27FC236}">
                <a16:creationId xmlns:a16="http://schemas.microsoft.com/office/drawing/2014/main" id="{F99A25C0-5FD0-4FE5-9FA6-12E049167736}"/>
              </a:ext>
            </a:extLst>
          </p:cNvPr>
          <p:cNvSpPr>
            <a:spLocks noGrp="1"/>
          </p:cNvSpPr>
          <p:nvPr/>
        </p:nvSpPr>
        <p:spPr>
          <a:xfrm>
            <a:off x="344021" y="2773455"/>
            <a:ext cx="2857500" cy="17145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Stanchion policy</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Safety reminders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Required documentation</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Questions</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9A5D57D1-4445-4724-9962-FD9EA0E704FA}"/>
              </a:ext>
            </a:extLst>
          </p:cNvPr>
          <p:cNvSpPr>
            <a:spLocks noGrp="1"/>
          </p:cNvSpPr>
          <p:nvPr/>
        </p:nvSpPr>
        <p:spPr>
          <a:xfrm>
            <a:off x="4933390" y="1748118"/>
            <a:ext cx="2381250" cy="685800"/>
          </a:xfrm>
          <a:prstGeom prst="rect">
            <a:avLst/>
          </a:prstGeom>
          <a:solidFill>
            <a:srgbClr val="F0F1F2"/>
          </a:solidFill>
          <a:ln w="9525">
            <a:solidFill>
              <a:srgbClr val="B8BCC4"/>
            </a:solidFill>
            <a:prstDash val="solid"/>
          </a:ln>
        </p:spPr>
        <p:txBody>
          <a:bodyPr wrap="square" lIns="95250" tIns="95250" rIns="95250" bIns="95250" anchor="t">
            <a:normAutofit/>
          </a:bodyPr>
          <a:lstStyle/>
          <a:p>
            <a:pPr algn="ctr">
              <a:buNone/>
              <a:defRPr sz="1800" b="1">
                <a:solidFill>
                  <a:srgbClr val="0B0B0B"/>
                </a:solidFill>
                <a:latin typeface="Helvetica Neue"/>
                <a:ea typeface="Helvetica Neue"/>
                <a:cs typeface="Helvetica Neue"/>
              </a:defRPr>
            </a:pPr>
            <a:r>
              <a:rPr sz="1800" b="1">
                <a:solidFill>
                  <a:srgbClr val="0B0B0B"/>
                </a:solidFill>
                <a:latin typeface="Helvetica Neue"/>
                <a:ea typeface="Helvetica Neue"/>
                <a:cs typeface="Helvetica Neue"/>
              </a:rPr>
              <a:t>CERTIFICATES</a:t>
            </a:r>
          </a:p>
        </p:txBody>
      </p:sp>
      <p:sp>
        <p:nvSpPr>
          <p:cNvPr id="8" name="Rectangle 7">
            <a:extLst>
              <a:ext uri="{FF2B5EF4-FFF2-40B4-BE49-F238E27FC236}">
                <a16:creationId xmlns:a16="http://schemas.microsoft.com/office/drawing/2014/main" id="{9696D4C3-E566-48D5-86F3-E5B9D7CAF4DD}"/>
              </a:ext>
            </a:extLst>
          </p:cNvPr>
          <p:cNvSpPr>
            <a:spLocks noGrp="1"/>
          </p:cNvSpPr>
          <p:nvPr/>
        </p:nvSpPr>
        <p:spPr>
          <a:xfrm>
            <a:off x="4698066" y="2762250"/>
            <a:ext cx="2857500" cy="952500"/>
          </a:xfrm>
          <a:prstGeom prst="rect">
            <a:avLst/>
          </a:prstGeom>
          <a:noFill/>
          <a:ln w="0">
            <a:noFill/>
            <a:prstDash val="solid"/>
          </a:ln>
        </p:spPr>
        <p:txBody>
          <a:bodyPr wrap="square" lIns="0" tIns="0" rIns="0" bIns="0" anchor="t">
            <a:norm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Reissue or provide certificates upon successful completion, as applicable.</a:t>
            </a:r>
          </a:p>
        </p:txBody>
      </p:sp>
      <p:sp>
        <p:nvSpPr>
          <p:cNvPr id="9" name="Rectangle 8">
            <a:extLst>
              <a:ext uri="{FF2B5EF4-FFF2-40B4-BE49-F238E27FC236}">
                <a16:creationId xmlns:a16="http://schemas.microsoft.com/office/drawing/2014/main" id="{7B4648C4-646A-4548-9F3D-B66C1F388FFD}"/>
              </a:ext>
            </a:extLst>
          </p:cNvPr>
          <p:cNvSpPr>
            <a:spLocks noGrp="1"/>
          </p:cNvSpPr>
          <p:nvPr/>
        </p:nvSpPr>
        <p:spPr>
          <a:xfrm>
            <a:off x="9220200" y="1759324"/>
            <a:ext cx="2381250" cy="685800"/>
          </a:xfrm>
          <a:prstGeom prst="rect">
            <a:avLst/>
          </a:prstGeom>
          <a:solidFill>
            <a:srgbClr val="EEF9F4"/>
          </a:solidFill>
          <a:ln w="19050">
            <a:solidFill>
              <a:srgbClr val="3AA675"/>
            </a:solidFill>
            <a:prstDash val="solid"/>
          </a:ln>
        </p:spPr>
        <p:txBody>
          <a:bodyPr wrap="square" lIns="95250" tIns="95250" rIns="95250" bIns="95250" anchor="t">
            <a:normAutofit/>
          </a:bodyPr>
          <a:lstStyle/>
          <a:p>
            <a:pPr algn="ctr">
              <a:buNone/>
              <a:defRPr sz="1800" b="1">
                <a:solidFill>
                  <a:srgbClr val="3AA675"/>
                </a:solidFill>
                <a:latin typeface="Helvetica Neue"/>
                <a:ea typeface="Helvetica Neue"/>
                <a:cs typeface="Helvetica Neue"/>
              </a:defRPr>
            </a:pPr>
            <a:r>
              <a:rPr sz="1800" b="1">
                <a:solidFill>
                  <a:srgbClr val="3AA675"/>
                </a:solidFill>
                <a:latin typeface="Helvetica Neue"/>
                <a:ea typeface="Helvetica Neue"/>
                <a:cs typeface="Helvetica Neue"/>
              </a:rPr>
              <a:t>NEXT CALL</a:t>
            </a:r>
          </a:p>
        </p:txBody>
      </p:sp>
      <p:sp>
        <p:nvSpPr>
          <p:cNvPr id="10" name="Rectangle 9">
            <a:extLst>
              <a:ext uri="{FF2B5EF4-FFF2-40B4-BE49-F238E27FC236}">
                <a16:creationId xmlns:a16="http://schemas.microsoft.com/office/drawing/2014/main" id="{70EA4D4D-EE97-40E7-9CC8-02A3DD697756}"/>
              </a:ext>
            </a:extLst>
          </p:cNvPr>
          <p:cNvSpPr>
            <a:spLocks noGrp="1"/>
          </p:cNvSpPr>
          <p:nvPr/>
        </p:nvSpPr>
        <p:spPr>
          <a:xfrm>
            <a:off x="9220200" y="2762250"/>
            <a:ext cx="2381250" cy="952500"/>
          </a:xfrm>
          <a:prstGeom prst="rect">
            <a:avLst/>
          </a:prstGeom>
          <a:noFill/>
          <a:ln w="0">
            <a:noFill/>
            <a:prstDash val="solid"/>
          </a:ln>
        </p:spPr>
        <p:txBody>
          <a:bodyPr wrap="square" lIns="0" tIns="0" rIns="0" bIns="0" anchor="t">
            <a:normAutofit/>
          </a:bodyPr>
          <a:lstStyle/>
          <a:p>
            <a:pPr algn="ctr">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Leave with a skill you can use on the very next service call.</a:t>
            </a:r>
          </a:p>
        </p:txBody>
      </p:sp>
      <p:sp>
        <p:nvSpPr>
          <p:cNvPr id="11" name="Straight Connector 10">
            <a:extLst>
              <a:ext uri="{FF2B5EF4-FFF2-40B4-BE49-F238E27FC236}">
                <a16:creationId xmlns:a16="http://schemas.microsoft.com/office/drawing/2014/main" id="{4B098AFE-6DB1-458E-B038-6E0EB509969B}"/>
              </a:ext>
            </a:extLst>
          </p:cNvPr>
          <p:cNvSpPr>
            <a:spLocks noGrp="1"/>
          </p:cNvSpPr>
          <p:nvPr/>
        </p:nvSpPr>
        <p:spPr>
          <a:xfrm>
            <a:off x="400050" y="5429250"/>
            <a:ext cx="11201400" cy="0"/>
          </a:xfrm>
          <a:prstGeom prst="line">
            <a:avLst/>
          </a:prstGeom>
          <a:noFill/>
          <a:ln w="38100">
            <a:solidFill>
              <a:srgbClr val="03699B"/>
            </a:solidFill>
            <a:prstDash val="solid"/>
          </a:ln>
        </p:spPr>
        <p:txBody>
          <a:bodyPr/>
          <a:lstStyle/>
          <a:p>
            <a:endParaRPr/>
          </a:p>
        </p:txBody>
      </p:sp>
      <p:sp>
        <p:nvSpPr>
          <p:cNvPr id="12" name="Rectangle 11">
            <a:extLst>
              <a:ext uri="{FF2B5EF4-FFF2-40B4-BE49-F238E27FC236}">
                <a16:creationId xmlns:a16="http://schemas.microsoft.com/office/drawing/2014/main" id="{A59707B9-1EFA-42F1-ACED-8D452A0952F2}"/>
              </a:ext>
            </a:extLst>
          </p:cNvPr>
          <p:cNvSpPr>
            <a:spLocks noGrp="1"/>
          </p:cNvSpPr>
          <p:nvPr/>
        </p:nvSpPr>
        <p:spPr>
          <a:xfrm>
            <a:off x="400050" y="5657850"/>
            <a:ext cx="11201400" cy="400050"/>
          </a:xfrm>
          <a:prstGeom prst="rect">
            <a:avLst/>
          </a:prstGeom>
          <a:noFill/>
          <a:ln w="0">
            <a:noFill/>
            <a:prstDash val="solid"/>
          </a:ln>
        </p:spPr>
        <p:txBody>
          <a:bodyPr wrap="square" lIns="0" tIns="0" rIns="0" bIns="0" anchor="t">
            <a:noAutofit/>
          </a:bodyPr>
          <a:lstStyle/>
          <a:p>
            <a:pPr algn="ctr">
              <a:buNone/>
              <a:defRPr sz="2100" b="1">
                <a:solidFill>
                  <a:srgbClr val="0B0B0B"/>
                </a:solidFill>
                <a:latin typeface="Helvetica Neue"/>
                <a:ea typeface="Helvetica Neue"/>
                <a:cs typeface="Helvetica Neue"/>
              </a:defRPr>
            </a:pPr>
            <a:r>
              <a:rPr sz="2100" b="1">
                <a:solidFill>
                  <a:srgbClr val="0B0B0B"/>
                </a:solidFill>
                <a:latin typeface="Helvetica Neue"/>
                <a:ea typeface="Helvetica Neue"/>
                <a:cs typeface="Helvetica Neue"/>
              </a:rPr>
              <a:t>Measure safely. Trace logically. Document completely.</a:t>
            </a:r>
          </a:p>
        </p:txBody>
      </p:sp>
      <p:pic>
        <p:nvPicPr>
          <p:cNvPr id="14" name="Picture 13">
            <a:extLst>
              <a:ext uri="{FF2B5EF4-FFF2-40B4-BE49-F238E27FC236}">
                <a16:creationId xmlns:a16="http://schemas.microsoft.com/office/drawing/2014/main" id="{04FCE54A-FB14-A68A-5A56-EAACC4C6E8D0}"/>
              </a:ext>
            </a:extLst>
          </p:cNvPr>
          <p:cNvPicPr>
            <a:picLocks noChangeAspect="1"/>
          </p:cNvPicPr>
          <p:nvPr/>
        </p:nvPicPr>
        <p:blipFill>
          <a:blip r:embed="rId3"/>
          <a:srcRect l="9584" r="9584"/>
          <a:stretch>
            <a:fillRect/>
          </a:stretch>
        </p:blipFill>
        <p:spPr>
          <a:xfrm>
            <a:off x="407335" y="3929346"/>
            <a:ext cx="2300566" cy="1318927"/>
          </a:xfrm>
          <a:prstGeom prst="rect">
            <a:avLst/>
          </a:prstGeom>
        </p:spPr>
      </p:pic>
      <p:pic>
        <p:nvPicPr>
          <p:cNvPr id="15" name="Picture 14">
            <a:extLst>
              <a:ext uri="{FF2B5EF4-FFF2-40B4-BE49-F238E27FC236}">
                <a16:creationId xmlns:a16="http://schemas.microsoft.com/office/drawing/2014/main" id="{78F6A31C-CC70-E040-CAF5-4AC967D8CEEE}"/>
              </a:ext>
            </a:extLst>
          </p:cNvPr>
          <p:cNvPicPr>
            <a:picLocks noChangeAspect="1"/>
          </p:cNvPicPr>
          <p:nvPr/>
        </p:nvPicPr>
        <p:blipFill>
          <a:blip r:embed="rId4"/>
          <a:stretch>
            <a:fillRect/>
          </a:stretch>
        </p:blipFill>
        <p:spPr>
          <a:xfrm>
            <a:off x="4903829" y="3573151"/>
            <a:ext cx="2451580" cy="1661520"/>
          </a:xfrm>
          <a:prstGeom prst="rect">
            <a:avLst/>
          </a:prstGeom>
        </p:spPr>
      </p:pic>
      <p:pic>
        <p:nvPicPr>
          <p:cNvPr id="16" name="Picture 15">
            <a:extLst>
              <a:ext uri="{FF2B5EF4-FFF2-40B4-BE49-F238E27FC236}">
                <a16:creationId xmlns:a16="http://schemas.microsoft.com/office/drawing/2014/main" id="{F6A246C4-42C2-A4C2-88E0-E732F23C6EE7}"/>
              </a:ext>
            </a:extLst>
          </p:cNvPr>
          <p:cNvPicPr>
            <a:picLocks noChangeAspect="1"/>
          </p:cNvPicPr>
          <p:nvPr/>
        </p:nvPicPr>
        <p:blipFill>
          <a:blip r:embed="rId5"/>
          <a:stretch>
            <a:fillRect/>
          </a:stretch>
        </p:blipFill>
        <p:spPr>
          <a:xfrm>
            <a:off x="9631734" y="3586164"/>
            <a:ext cx="1657912" cy="1657912"/>
          </a:xfrm>
          <a:prstGeom prst="rect">
            <a:avLst/>
          </a:prstGeom>
        </p:spPr>
      </p:pic>
      <p:sp>
        <p:nvSpPr>
          <p:cNvPr id="17" name="Straight Connector 16">
            <a:extLst>
              <a:ext uri="{FF2B5EF4-FFF2-40B4-BE49-F238E27FC236}">
                <a16:creationId xmlns:a16="http://schemas.microsoft.com/office/drawing/2014/main" id="{C08432D5-B7DD-4B87-9EC0-A9A04F500F7D}"/>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19969085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E604E6A-A528-4EED-BE00-BA800D9F6216}"/>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08 • POLICIES AND CLOSE - VERIFY AND CLOSE</a:t>
            </a:r>
          </a:p>
        </p:txBody>
      </p:sp>
      <p:sp>
        <p:nvSpPr>
          <p:cNvPr id="2" name="Rectangle 1">
            <a:extLst>
              <a:ext uri="{FF2B5EF4-FFF2-40B4-BE49-F238E27FC236}">
                <a16:creationId xmlns:a16="http://schemas.microsoft.com/office/drawing/2014/main" id="{92082B69-94D4-4749-8767-F48AEA7AAA47}"/>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A repair is not complete until the original failure is verified.</a:t>
            </a:r>
          </a:p>
        </p:txBody>
      </p:sp>
      <p:sp>
        <p:nvSpPr>
          <p:cNvPr id="5" name="Rectangle 4">
            <a:extLst>
              <a:ext uri="{FF2B5EF4-FFF2-40B4-BE49-F238E27FC236}">
                <a16:creationId xmlns:a16="http://schemas.microsoft.com/office/drawing/2014/main" id="{97DEDEFC-094D-4EC4-9A86-B77326B84697}"/>
              </a:ext>
            </a:extLst>
          </p:cNvPr>
          <p:cNvSpPr>
            <a:spLocks noGrp="1"/>
          </p:cNvSpPr>
          <p:nvPr/>
        </p:nvSpPr>
        <p:spPr>
          <a:xfrm>
            <a:off x="400050" y="1809750"/>
            <a:ext cx="4095750" cy="2286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BEFORE YOU CLOSE THE JOB</a:t>
            </a:r>
          </a:p>
        </p:txBody>
      </p:sp>
      <p:sp>
        <p:nvSpPr>
          <p:cNvPr id="6" name="Rectangle 5">
            <a:extLst>
              <a:ext uri="{FF2B5EF4-FFF2-40B4-BE49-F238E27FC236}">
                <a16:creationId xmlns:a16="http://schemas.microsoft.com/office/drawing/2014/main" id="{A8DA234B-D532-43DA-BBFF-31252BDDDC4F}"/>
              </a:ext>
            </a:extLst>
          </p:cNvPr>
          <p:cNvSpPr>
            <a:spLocks noGrp="1"/>
          </p:cNvSpPr>
          <p:nvPr/>
        </p:nvSpPr>
        <p:spPr>
          <a:xfrm>
            <a:off x="400050" y="2190750"/>
            <a:ext cx="6667500" cy="28575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00" b="0">
                <a:solidFill>
                  <a:srgbClr val="0B0B0B"/>
                </a:solidFill>
                <a:latin typeface="Helvetica Neue"/>
                <a:ea typeface="Helvetica Neue"/>
                <a:cs typeface="Helvetica Neue"/>
              </a:defRPr>
            </a:pPr>
            <a:r>
              <a:rPr sz="1500" b="0">
                <a:solidFill>
                  <a:srgbClr val="0B0B0B"/>
                </a:solidFill>
                <a:latin typeface="Helvetica Neue"/>
                <a:ea typeface="Helvetica Neue"/>
                <a:cs typeface="Helvetica Neue"/>
              </a:rPr>
              <a:t>Did I correct the cause—not only reset or replace the symptom?</a:t>
            </a:r>
            <a:endParaRPr lang="en-US" sz="1500" b="0">
              <a:solidFill>
                <a:srgbClr val="0B0B0B"/>
              </a:solidFill>
              <a:latin typeface="Helvetica Neue"/>
              <a:ea typeface="Helvetica Neue"/>
              <a:cs typeface="Helvetica Neue"/>
            </a:endParaRPr>
          </a:p>
          <a:p>
            <a:pPr marL="228600" indent="-228600" algn="l">
              <a:buFont typeface="Arial" panose="020B0604020202020204" pitchFamily="34" charset="0"/>
              <a:buChar char="•"/>
              <a:defRPr sz="1500" b="0">
                <a:solidFill>
                  <a:srgbClr val="0B0B0B"/>
                </a:solidFill>
                <a:latin typeface="Helvetica Neue"/>
                <a:ea typeface="Helvetica Neue"/>
                <a:cs typeface="Helvetica Neue"/>
              </a:defRPr>
            </a:pPr>
            <a:r>
              <a:rPr sz="1500" b="0">
                <a:solidFill>
                  <a:srgbClr val="0B0B0B"/>
                </a:solidFill>
                <a:latin typeface="Helvetica Neue"/>
                <a:ea typeface="Helvetica Neue"/>
                <a:cs typeface="Helvetica Neue"/>
              </a:rPr>
              <a:t>Did I retest under the original failure condition?</a:t>
            </a:r>
            <a:endParaRPr lang="en-US" sz="1500" b="0">
              <a:solidFill>
                <a:srgbClr val="0B0B0B"/>
              </a:solidFill>
              <a:latin typeface="Helvetica Neue"/>
              <a:ea typeface="Helvetica Neue"/>
              <a:cs typeface="Helvetica Neue"/>
            </a:endParaRPr>
          </a:p>
          <a:p>
            <a:pPr marL="228600" indent="-228600" algn="l">
              <a:buFont typeface="Arial" panose="020B0604020202020204" pitchFamily="34" charset="0"/>
              <a:buChar char="•"/>
              <a:defRPr sz="1500" b="0">
                <a:solidFill>
                  <a:srgbClr val="0B0B0B"/>
                </a:solidFill>
                <a:latin typeface="Helvetica Neue"/>
                <a:ea typeface="Helvetica Neue"/>
                <a:cs typeface="Helvetica Neue"/>
              </a:defRPr>
            </a:pPr>
            <a:r>
              <a:rPr sz="1500" b="0">
                <a:solidFill>
                  <a:srgbClr val="0B0B0B"/>
                </a:solidFill>
                <a:latin typeface="Helvetica Neue"/>
                <a:ea typeface="Helvetica Neue"/>
                <a:cs typeface="Helvetica Neue"/>
              </a:rPr>
              <a:t>Did I verify that no connector, cover, guard, or safety ground was left loose or omitted?</a:t>
            </a:r>
            <a:endParaRPr lang="en-US" sz="1500" b="0">
              <a:solidFill>
                <a:srgbClr val="0B0B0B"/>
              </a:solidFill>
              <a:latin typeface="Helvetica Neue"/>
              <a:ea typeface="Helvetica Neue"/>
              <a:cs typeface="Helvetica Neue"/>
            </a:endParaRPr>
          </a:p>
          <a:p>
            <a:pPr marL="228600" indent="-228600" algn="l">
              <a:buFont typeface="Arial" panose="020B0604020202020204" pitchFamily="34" charset="0"/>
              <a:buChar char="•"/>
              <a:defRPr sz="1500" b="0">
                <a:solidFill>
                  <a:srgbClr val="0B0B0B"/>
                </a:solidFill>
                <a:latin typeface="Helvetica Neue"/>
                <a:ea typeface="Helvetica Neue"/>
                <a:cs typeface="Helvetica Neue"/>
              </a:defRPr>
            </a:pPr>
            <a:r>
              <a:rPr sz="1500" b="0">
                <a:solidFill>
                  <a:srgbClr val="0B0B0B"/>
                </a:solidFill>
                <a:latin typeface="Helvetica Neue"/>
                <a:ea typeface="Helvetica Neue"/>
                <a:cs typeface="Helvetica Neue"/>
              </a:rPr>
              <a:t>Did I record the test points and readings clearly enough for another technician to follow?</a:t>
            </a:r>
            <a:endParaRPr lang="en-US" sz="1500" b="0">
              <a:solidFill>
                <a:srgbClr val="0B0B0B"/>
              </a:solidFill>
              <a:latin typeface="Helvetica Neue"/>
              <a:ea typeface="Helvetica Neue"/>
              <a:cs typeface="Helvetica Neue"/>
            </a:endParaRPr>
          </a:p>
          <a:p>
            <a:pPr marL="228600" indent="-228600" algn="l">
              <a:buFont typeface="Arial" panose="020B0604020202020204" pitchFamily="34" charset="0"/>
              <a:buChar char="•"/>
              <a:defRPr sz="1500" b="0">
                <a:solidFill>
                  <a:srgbClr val="0B0B0B"/>
                </a:solidFill>
                <a:latin typeface="Helvetica Neue"/>
                <a:ea typeface="Helvetica Neue"/>
                <a:cs typeface="Helvetica Neue"/>
              </a:defRPr>
            </a:pPr>
            <a:r>
              <a:rPr sz="1500" b="0">
                <a:solidFill>
                  <a:srgbClr val="0B0B0B"/>
                </a:solidFill>
                <a:latin typeface="Helvetica Neue"/>
                <a:ea typeface="Helvetica Neue"/>
                <a:cs typeface="Helvetica Neue"/>
              </a:rPr>
              <a:t>Is any product-specific or policy-specific follow-up still required?</a:t>
            </a:r>
            <a:endParaRPr lang="en-US" sz="1500"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C26FF183-77A1-44CB-8630-2F7951E8EF3A}"/>
              </a:ext>
            </a:extLst>
          </p:cNvPr>
          <p:cNvSpPr>
            <a:spLocks noGrp="1"/>
          </p:cNvSpPr>
          <p:nvPr/>
        </p:nvSpPr>
        <p:spPr>
          <a:xfrm>
            <a:off x="7810500" y="2190750"/>
            <a:ext cx="3143250" cy="819150"/>
          </a:xfrm>
          <a:prstGeom prst="rect">
            <a:avLst/>
          </a:prstGeom>
          <a:solidFill>
            <a:srgbClr val="EEF9F4"/>
          </a:solidFill>
          <a:ln w="19050">
            <a:solidFill>
              <a:srgbClr val="3AA675"/>
            </a:solidFill>
            <a:prstDash val="solid"/>
          </a:ln>
        </p:spPr>
        <p:txBody>
          <a:bodyPr wrap="square" lIns="95250" tIns="95250" rIns="95250" bIns="95250" anchor="t">
            <a:normAutofit/>
          </a:bodyPr>
          <a:lstStyle/>
          <a:p>
            <a:pPr algn="ctr">
              <a:buNone/>
              <a:defRPr sz="1650" b="1">
                <a:solidFill>
                  <a:srgbClr val="3AA675"/>
                </a:solidFill>
                <a:latin typeface="Helvetica Neue"/>
                <a:ea typeface="Helvetica Neue"/>
                <a:cs typeface="Helvetica Neue"/>
              </a:defRPr>
            </a:pPr>
            <a:r>
              <a:rPr sz="1650" b="1">
                <a:solidFill>
                  <a:srgbClr val="3AA675"/>
                </a:solidFill>
                <a:latin typeface="Helvetica Neue"/>
                <a:ea typeface="Helvetica Neue"/>
                <a:cs typeface="Helvetica Neue"/>
              </a:rPr>
              <a:t>REPAIR → RETEST → RESTORE → RECORD</a:t>
            </a:r>
          </a:p>
        </p:txBody>
      </p:sp>
      <p:sp>
        <p:nvSpPr>
          <p:cNvPr id="8" name="Rectangle 7">
            <a:extLst>
              <a:ext uri="{FF2B5EF4-FFF2-40B4-BE49-F238E27FC236}">
                <a16:creationId xmlns:a16="http://schemas.microsoft.com/office/drawing/2014/main" id="{7F17FFC2-4E5E-4157-93F5-007EFD80212F}"/>
              </a:ext>
            </a:extLst>
          </p:cNvPr>
          <p:cNvSpPr>
            <a:spLocks noGrp="1"/>
          </p:cNvSpPr>
          <p:nvPr/>
        </p:nvSpPr>
        <p:spPr>
          <a:xfrm>
            <a:off x="7810500" y="3524250"/>
            <a:ext cx="3143250" cy="1143000"/>
          </a:xfrm>
          <a:prstGeom prst="rect">
            <a:avLst/>
          </a:prstGeom>
          <a:noFill/>
          <a:ln w="0">
            <a:noFill/>
            <a:prstDash val="solid"/>
          </a:ln>
        </p:spPr>
        <p:txBody>
          <a:bodyPr wrap="square" lIns="0" tIns="0" rIns="0" bIns="0" anchor="t">
            <a:normAutofit/>
          </a:bodyPr>
          <a:lstStyle/>
          <a:p>
            <a:pPr algn="ctr">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The handoff is part of the repair. Leave the next technician evidence, not a mystery.</a:t>
            </a:r>
          </a:p>
        </p:txBody>
      </p:sp>
      <p:sp>
        <p:nvSpPr>
          <p:cNvPr id="9" name="Straight Connector 8">
            <a:extLst>
              <a:ext uri="{FF2B5EF4-FFF2-40B4-BE49-F238E27FC236}">
                <a16:creationId xmlns:a16="http://schemas.microsoft.com/office/drawing/2014/main" id="{B91477DF-48DE-4BA3-993B-470D0F3CFE0D}"/>
              </a:ext>
            </a:extLst>
          </p:cNvPr>
          <p:cNvSpPr>
            <a:spLocks noGrp="1"/>
          </p:cNvSpPr>
          <p:nvPr/>
        </p:nvSpPr>
        <p:spPr>
          <a:xfrm>
            <a:off x="7810500" y="5095875"/>
            <a:ext cx="3143250" cy="0"/>
          </a:xfrm>
          <a:prstGeom prst="line">
            <a:avLst/>
          </a:prstGeom>
          <a:noFill/>
          <a:ln w="38100">
            <a:solidFill>
              <a:srgbClr val="03699B"/>
            </a:solidFill>
            <a:prstDash val="solid"/>
          </a:ln>
        </p:spPr>
        <p:txBody>
          <a:bodyPr/>
          <a:lstStyle/>
          <a:p>
            <a:endParaRPr/>
          </a:p>
        </p:txBody>
      </p:sp>
      <p:sp>
        <p:nvSpPr>
          <p:cNvPr id="10" name="Rectangle 9">
            <a:extLst>
              <a:ext uri="{FF2B5EF4-FFF2-40B4-BE49-F238E27FC236}">
                <a16:creationId xmlns:a16="http://schemas.microsoft.com/office/drawing/2014/main" id="{C4449CE9-77B9-4815-B521-7A8E57DA9D46}"/>
              </a:ext>
            </a:extLst>
          </p:cNvPr>
          <p:cNvSpPr>
            <a:spLocks noGrp="1"/>
          </p:cNvSpPr>
          <p:nvPr/>
        </p:nvSpPr>
        <p:spPr>
          <a:xfrm>
            <a:off x="7810500" y="5286375"/>
            <a:ext cx="3143250" cy="685800"/>
          </a:xfrm>
          <a:prstGeom prst="rect">
            <a:avLst/>
          </a:prstGeom>
          <a:noFill/>
          <a:ln w="0">
            <a:noFill/>
            <a:prstDash val="solid"/>
          </a:ln>
        </p:spPr>
        <p:txBody>
          <a:bodyPr wrap="square" lIns="0" tIns="0" rIns="0" bIns="0" anchor="t">
            <a:normAutofit/>
          </a:bodyPr>
          <a:lstStyle/>
          <a:p>
            <a:pPr algn="ctr">
              <a:buNone/>
              <a:defRPr sz="1650" b="1">
                <a:solidFill>
                  <a:srgbClr val="0B0B0B"/>
                </a:solidFill>
                <a:latin typeface="Helvetica Neue"/>
                <a:ea typeface="Helvetica Neue"/>
                <a:cs typeface="Helvetica Neue"/>
              </a:defRPr>
            </a:pPr>
            <a:r>
              <a:rPr sz="1650" b="1">
                <a:solidFill>
                  <a:srgbClr val="0B0B0B"/>
                </a:solidFill>
                <a:latin typeface="Helvetica Neue"/>
                <a:ea typeface="Helvetica Neue"/>
                <a:cs typeface="Helvetica Neue"/>
              </a:rPr>
              <a:t>Measure safely. Trace logically. Document completely.</a:t>
            </a:r>
          </a:p>
        </p:txBody>
      </p:sp>
      <p:pic>
        <p:nvPicPr>
          <p:cNvPr id="13" name="Picture 12">
            <a:extLst>
              <a:ext uri="{FF2B5EF4-FFF2-40B4-BE49-F238E27FC236}">
                <a16:creationId xmlns:a16="http://schemas.microsoft.com/office/drawing/2014/main" id="{5DE775E5-8876-3C68-AA27-002A89D062F0}"/>
              </a:ext>
            </a:extLst>
          </p:cNvPr>
          <p:cNvPicPr>
            <a:picLocks noChangeAspect="1"/>
          </p:cNvPicPr>
          <p:nvPr/>
        </p:nvPicPr>
        <p:blipFill>
          <a:blip r:embed="rId3"/>
          <a:stretch>
            <a:fillRect/>
          </a:stretch>
        </p:blipFill>
        <p:spPr>
          <a:xfrm>
            <a:off x="2277164" y="3917120"/>
            <a:ext cx="2756454" cy="2756454"/>
          </a:xfrm>
          <a:prstGeom prst="rect">
            <a:avLst/>
          </a:prstGeom>
        </p:spPr>
      </p:pic>
      <p:sp>
        <p:nvSpPr>
          <p:cNvPr id="14" name="Straight Connector 13">
            <a:extLst>
              <a:ext uri="{FF2B5EF4-FFF2-40B4-BE49-F238E27FC236}">
                <a16:creationId xmlns:a16="http://schemas.microsoft.com/office/drawing/2014/main" id="{107A4BDD-2F50-671F-8C9E-7A24F0A34380}"/>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17248346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9684920-A14F-2072-81A2-D10C52CC4721}"/>
              </a:ext>
            </a:extLst>
          </p:cNvPr>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lang="en-US" sz="1100" b="1" cap="all">
                <a:solidFill>
                  <a:srgbClr val="03699B"/>
                </a:solidFill>
                <a:latin typeface="Helvetica Neue"/>
                <a:ea typeface="Helvetica Neue"/>
                <a:cs typeface="Helvetica Neue"/>
              </a:rPr>
              <a:t>08 • POLICIES AND CLOSE - FIELD REFERENCE</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When the symptom is unclear, return to the map.</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START HERE</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is not working—and what still works?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Can I make the situation safe?</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should the source → protection → control → path → load → return map look like?</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is the next test that will change my decision?</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REMEMBER</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A symptom is not a diagnosis.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A meter gives evidence; it does not choose the test.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Name both test points and the expected result.</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Repair the cause, verify the original condition, and document the handoff.</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The safe next step is always more valuable than a confident guess.</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14230061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2"/>
          <p:cNvPicPr>
            <a:picLocks noChangeAspect="1"/>
          </p:cNvPicPr>
          <p:nvPr/>
        </p:nvPicPr>
        <p:blipFill>
          <a:blip r:embed="rId3"/>
          <a:stretch>
            <a:fillRect/>
          </a:stretch>
        </p:blipFill>
        <p:spPr>
          <a:xfrm>
            <a:off x="4439478" y="3579191"/>
            <a:ext cx="2771914" cy="2771914"/>
          </a:xfrm>
          <a:prstGeom prst="rect">
            <a:avLst/>
          </a:prstGeom>
        </p:spPr>
      </p:pic>
      <p:sp>
        <p:nvSpPr>
          <p:cNvPr id="11" name="Rectangle 10">
            <a:extLst>
              <a:ext uri="{FF2B5EF4-FFF2-40B4-BE49-F238E27FC236}">
                <a16:creationId xmlns:a16="http://schemas.microsoft.com/office/drawing/2014/main" id="{24CEF1C4-E486-4421-A289-90E2F34A15F8}"/>
              </a:ext>
            </a:extLst>
          </p:cNvPr>
          <p:cNvSpPr>
            <a:spLocks noGrp="1"/>
          </p:cNvSpPr>
          <p:nvPr/>
        </p:nvSpPr>
        <p:spPr>
          <a:xfrm>
            <a:off x="400050" y="266700"/>
            <a:ext cx="4762500" cy="228600"/>
          </a:xfrm>
          <a:prstGeom prst="rect">
            <a:avLst/>
          </a:prstGeom>
          <a:noFill/>
          <a:ln w="0">
            <a:noFill/>
            <a:prstDash val="solid"/>
          </a:ln>
        </p:spPr>
        <p:txBody>
          <a:bodyPr wrap="square" lIns="0" tIns="0" rIns="0" bIns="0" anchor="t">
            <a:normAutofit/>
          </a:bodyPr>
          <a:lstStyle/>
          <a:p>
            <a:pPr algn="l">
              <a:buNone/>
              <a:defRPr sz="1100" b="1" cap="all">
                <a:solidFill>
                  <a:srgbClr val="03699B"/>
                </a:solidFill>
                <a:latin typeface="Helvetica Neue"/>
                <a:ea typeface="Helvetica Neue"/>
                <a:cs typeface="Helvetica Neue"/>
              </a:defRPr>
            </a:pPr>
            <a:r>
              <a:rPr sz="1100" b="1" cap="all">
                <a:solidFill>
                  <a:srgbClr val="03699B"/>
                </a:solidFill>
                <a:latin typeface="Helvetica Neue"/>
                <a:ea typeface="Helvetica Neue"/>
                <a:cs typeface="Helvetica Neue"/>
              </a:rPr>
              <a:t>08</a:t>
            </a:r>
            <a:r>
              <a:rPr lang="en-US" sz="1100" b="1" cap="all">
                <a:solidFill>
                  <a:srgbClr val="03699B"/>
                </a:solidFill>
                <a:latin typeface="Helvetica Neue"/>
                <a:ea typeface="Helvetica Neue"/>
                <a:cs typeface="Helvetica Neue"/>
              </a:rPr>
              <a:t> • POLICIES AND CLOSE -</a:t>
            </a:r>
            <a:r>
              <a:rPr sz="1100" b="1" cap="all">
                <a:solidFill>
                  <a:srgbClr val="03699B"/>
                </a:solidFill>
                <a:latin typeface="Helvetica Neue"/>
                <a:ea typeface="Helvetica Neue"/>
                <a:cs typeface="Helvetica Neue"/>
              </a:rPr>
              <a:t> REVIEW / Q&amp;A</a:t>
            </a:r>
          </a:p>
        </p:txBody>
      </p:sp>
      <p:sp>
        <p:nvSpPr>
          <p:cNvPr id="2" name="Rectangle 1">
            <a:extLst>
              <a:ext uri="{FF2B5EF4-FFF2-40B4-BE49-F238E27FC236}">
                <a16:creationId xmlns:a16="http://schemas.microsoft.com/office/drawing/2014/main" id="{ABC0670B-F946-45D5-B72E-2CEEDB1BDFC3}"/>
              </a:ext>
            </a:extLst>
          </p:cNvPr>
          <p:cNvSpPr>
            <a:spLocks noGrp="1"/>
          </p:cNvSpPr>
          <p:nvPr/>
        </p:nvSpPr>
        <p:spPr>
          <a:xfrm>
            <a:off x="400050" y="571500"/>
            <a:ext cx="10382250" cy="647700"/>
          </a:xfrm>
          <a:prstGeom prst="rect">
            <a:avLst/>
          </a:prstGeom>
          <a:noFill/>
          <a:ln w="0">
            <a:noFill/>
            <a:prstDash val="solid"/>
          </a:ln>
        </p:spPr>
        <p:txBody>
          <a:bodyPr wrap="square" lIns="0" tIns="0" rIns="0" bIns="0" anchor="t">
            <a:noAutofit/>
          </a:bodyPr>
          <a:lstStyle/>
          <a:p>
            <a:pPr algn="l">
              <a:buNone/>
              <a:defRPr sz="2850" b="1">
                <a:solidFill>
                  <a:srgbClr val="0B0B0B"/>
                </a:solidFill>
                <a:latin typeface="Helvetica Neue"/>
                <a:ea typeface="Helvetica Neue"/>
                <a:cs typeface="Helvetica Neue"/>
              </a:defRPr>
            </a:pPr>
            <a:r>
              <a:rPr sz="2850" b="1">
                <a:solidFill>
                  <a:srgbClr val="0B0B0B"/>
                </a:solidFill>
                <a:latin typeface="Helvetica Neue"/>
                <a:ea typeface="Helvetica Neue"/>
                <a:cs typeface="Helvetica Neue"/>
              </a:rPr>
              <a:t>Finish with habits that make work repeatable.</a:t>
            </a:r>
          </a:p>
        </p:txBody>
      </p:sp>
      <p:sp>
        <p:nvSpPr>
          <p:cNvPr id="5" name="Rectangle 4">
            <a:extLst>
              <a:ext uri="{FF2B5EF4-FFF2-40B4-BE49-F238E27FC236}">
                <a16:creationId xmlns:a16="http://schemas.microsoft.com/office/drawing/2014/main" id="{E6924039-9BD8-4CB9-95F5-E8E038D5FCCE}"/>
              </a:ext>
            </a:extLst>
          </p:cNvPr>
          <p:cNvSpPr>
            <a:spLocks noGrp="1"/>
          </p:cNvSpPr>
          <p:nvPr/>
        </p:nvSpPr>
        <p:spPr>
          <a:xfrm>
            <a:off x="4000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QUICK REVIEW</a:t>
            </a:r>
          </a:p>
        </p:txBody>
      </p:sp>
      <p:sp>
        <p:nvSpPr>
          <p:cNvPr id="6" name="Rectangle 5">
            <a:extLst>
              <a:ext uri="{FF2B5EF4-FFF2-40B4-BE49-F238E27FC236}">
                <a16:creationId xmlns:a16="http://schemas.microsoft.com/office/drawing/2014/main" id="{6A4CDAB7-97DE-43EE-A415-F98364C5E2AD}"/>
              </a:ext>
            </a:extLst>
          </p:cNvPr>
          <p:cNvSpPr>
            <a:spLocks noGrp="1"/>
          </p:cNvSpPr>
          <p:nvPr/>
        </p:nvSpPr>
        <p:spPr>
          <a:xfrm>
            <a:off x="400050" y="2238375"/>
            <a:ext cx="5143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Verify the original failure condition is corrected.</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Restore connectors, covers, guards, and grounds.</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Record readings, actions, and verification.</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Communicate required follow-up.</a:t>
            </a:r>
            <a:endParaRPr lang="en-US" sz="1575" b="0">
              <a:solidFill>
                <a:srgbClr val="0B0B0B"/>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7E466B37-97CF-4A2F-9814-F9ECFF3D5F15}"/>
              </a:ext>
            </a:extLst>
          </p:cNvPr>
          <p:cNvSpPr>
            <a:spLocks noGrp="1"/>
          </p:cNvSpPr>
          <p:nvPr/>
        </p:nvSpPr>
        <p:spPr>
          <a:xfrm>
            <a:off x="6572250" y="1809750"/>
            <a:ext cx="3429000" cy="266700"/>
          </a:xfrm>
          <a:prstGeom prst="rect">
            <a:avLst/>
          </a:prstGeom>
          <a:noFill/>
          <a:ln w="0">
            <a:noFill/>
            <a:prstDash val="solid"/>
          </a:ln>
        </p:spPr>
        <p:txBody>
          <a:bodyPr wrap="square" lIns="0" tIns="0" rIns="0" bIns="0" anchor="t">
            <a:noAutofit/>
          </a:bodyPr>
          <a:lstStyle/>
          <a:p>
            <a:pPr algn="l">
              <a:buNone/>
              <a:defRPr sz="1200" b="1">
                <a:solidFill>
                  <a:srgbClr val="03699B"/>
                </a:solidFill>
                <a:latin typeface="Helvetica Neue"/>
                <a:ea typeface="Helvetica Neue"/>
                <a:cs typeface="Helvetica Neue"/>
              </a:defRPr>
            </a:pPr>
            <a:r>
              <a:rPr sz="1200" b="1">
                <a:solidFill>
                  <a:srgbClr val="03699B"/>
                </a:solidFill>
                <a:latin typeface="Helvetica Neue"/>
                <a:ea typeface="Helvetica Neue"/>
                <a:cs typeface="Helvetica Neue"/>
              </a:rPr>
              <a:t>CLASS Q&amp;A</a:t>
            </a:r>
          </a:p>
        </p:txBody>
      </p:sp>
      <p:sp>
        <p:nvSpPr>
          <p:cNvPr id="8" name="Rectangle 7">
            <a:extLst>
              <a:ext uri="{FF2B5EF4-FFF2-40B4-BE49-F238E27FC236}">
                <a16:creationId xmlns:a16="http://schemas.microsoft.com/office/drawing/2014/main" id="{3537D4B7-B94D-4009-B52A-FABE12BB18F9}"/>
              </a:ext>
            </a:extLst>
          </p:cNvPr>
          <p:cNvSpPr>
            <a:spLocks noGrp="1"/>
          </p:cNvSpPr>
          <p:nvPr/>
        </p:nvSpPr>
        <p:spPr>
          <a:xfrm>
            <a:off x="6572250" y="2238375"/>
            <a:ext cx="4762500" cy="2286000"/>
          </a:xfrm>
          <a:prstGeom prst="rect">
            <a:avLst/>
          </a:prstGeom>
          <a:noFill/>
          <a:ln w="0">
            <a:noFill/>
            <a:prstDash val="solid"/>
          </a:ln>
        </p:spPr>
        <p:txBody>
          <a:bodyPr wrap="square" lIns="0" tIns="0" rIns="0" bIns="0" anchor="t">
            <a:normAutofit/>
          </a:bodyPr>
          <a:lstStyle/>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Which habit will you use on your next call?</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still needs clarification?</a:t>
            </a:r>
            <a:endParaRPr lang="en-US" sz="1575" b="0">
              <a:solidFill>
                <a:srgbClr val="0B0B0B"/>
              </a:solidFill>
              <a:latin typeface="Helvetica Neue"/>
              <a:ea typeface="Helvetica Neue"/>
              <a:cs typeface="Helvetica Neue"/>
            </a:endParaRPr>
          </a:p>
          <a:p>
            <a:pPr marL="228600" indent="-228600" algn="l">
              <a:buFont typeface="Arial" panose="020B0604020202020204" pitchFamily="34" charset="0"/>
              <a:buChar char="•"/>
              <a:defRPr sz="1575" b="0">
                <a:solidFill>
                  <a:srgbClr val="0B0B0B"/>
                </a:solidFill>
                <a:latin typeface="Helvetica Neue"/>
                <a:ea typeface="Helvetica Neue"/>
                <a:cs typeface="Helvetica Neue"/>
              </a:defRPr>
            </a:pPr>
            <a:r>
              <a:rPr sz="1575" b="0">
                <a:solidFill>
                  <a:srgbClr val="0B0B0B"/>
                </a:solidFill>
                <a:latin typeface="Helvetica Neue"/>
                <a:ea typeface="Helvetica Neue"/>
                <a:cs typeface="Helvetica Neue"/>
              </a:rPr>
              <a:t>What belongs in a complete handoff?</a:t>
            </a:r>
            <a:endParaRPr lang="en-US" sz="1575" b="0">
              <a:solidFill>
                <a:srgbClr val="0B0B0B"/>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1EB870BA-1DAD-4F47-9241-410A242E742D}"/>
              </a:ext>
            </a:extLst>
          </p:cNvPr>
          <p:cNvSpPr>
            <a:spLocks noGrp="1"/>
          </p:cNvSpPr>
          <p:nvPr/>
        </p:nvSpPr>
        <p:spPr>
          <a:xfrm>
            <a:off x="400050" y="6210300"/>
            <a:ext cx="10858500" cy="381000"/>
          </a:xfrm>
          <a:prstGeom prst="rect">
            <a:avLst/>
          </a:prstGeom>
          <a:noFill/>
          <a:ln w="0">
            <a:noFill/>
            <a:prstDash val="solid"/>
          </a:ln>
        </p:spPr>
        <p:txBody>
          <a:bodyPr wrap="square" lIns="0" tIns="0" rIns="0" bIns="0" anchor="t">
            <a:noAutofit/>
          </a:bodyPr>
          <a:lstStyle/>
          <a:p>
            <a:pPr algn="ctr">
              <a:buNone/>
              <a:defRPr sz="1800" b="1">
                <a:solidFill>
                  <a:srgbClr val="03699B"/>
                </a:solidFill>
                <a:latin typeface="Helvetica Neue"/>
                <a:ea typeface="Helvetica Neue"/>
                <a:cs typeface="Helvetica Neue"/>
              </a:defRPr>
            </a:pPr>
            <a:r>
              <a:rPr sz="1800" b="1">
                <a:solidFill>
                  <a:srgbClr val="03699B"/>
                </a:solidFill>
                <a:latin typeface="Helvetica Neue"/>
                <a:ea typeface="Helvetica Neue"/>
                <a:cs typeface="Helvetica Neue"/>
              </a:rPr>
              <a:t>Measure safely. Trace logically. Verify completely. Document clearly.</a:t>
            </a:r>
          </a:p>
        </p:txBody>
      </p:sp>
      <p:sp>
        <p:nvSpPr>
          <p:cNvPr id="14" name="Straight Connector 13">
            <a:extLst>
              <a:ext uri="{FF2B5EF4-FFF2-40B4-BE49-F238E27FC236}">
                <a16:creationId xmlns:a16="http://schemas.microsoft.com/office/drawing/2014/main" id="{605189D8-8C0F-9C89-7642-B36B74D47C0C}"/>
              </a:ext>
            </a:extLst>
          </p:cNvPr>
          <p:cNvSpPr>
            <a:spLocks noGrp="1"/>
          </p:cNvSpPr>
          <p:nvPr/>
        </p:nvSpPr>
        <p:spPr>
          <a:xfrm>
            <a:off x="400050" y="1239565"/>
            <a:ext cx="11391900" cy="0"/>
          </a:xfrm>
          <a:prstGeom prst="line">
            <a:avLst/>
          </a:prstGeom>
          <a:noFill/>
          <a:ln w="38100">
            <a:solidFill>
              <a:srgbClr val="03699B"/>
            </a:solidFill>
            <a:prstDash val="solid"/>
          </a:ln>
        </p:spPr>
        <p:txBody>
          <a:bodyPr/>
          <a:lstStyle/>
          <a:p>
            <a:endParaRPr/>
          </a:p>
        </p:txBody>
      </p:sp>
    </p:spTree>
    <p:extLst>
      <p:ext uri="{BB962C8B-B14F-4D97-AF65-F5344CB8AC3E}">
        <p14:creationId xmlns:p14="http://schemas.microsoft.com/office/powerpoint/2010/main" val="499776564"/>
      </p:ext>
    </p:extLst>
  </p:cSld>
  <p:clrMapOvr>
    <a:masterClrMapping/>
  </p:clrMapOvr>
</p:sld>
</file>

<file path=ppt/theme/theme1.xml><?xml version="1.0" encoding="utf-8"?>
<a:theme xmlns:a="http://schemas.openxmlformats.org/drawingml/2006/main" name="Axis">
  <a:themeElements>
    <a:clrScheme name="Axis">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Axis">
      <a:majorFont>
        <a:latin typeface="Helvetica Neue"/>
        <a:ea typeface=""/>
        <a:cs typeface=""/>
      </a:majorFont>
      <a:minorFont>
        <a:latin typeface="Helvetica Neue"/>
        <a:ea typeface=""/>
        <a:cs typeface=""/>
      </a:minorFont>
    </a:fontScheme>
    <a:fmtScheme name="A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xis">
  <a:themeElements>
    <a:clrScheme name="Axis">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Axis">
      <a:majorFont>
        <a:latin typeface="Helvetica Neue"/>
        <a:ea typeface=""/>
        <a:cs typeface=""/>
      </a:majorFont>
      <a:minorFont>
        <a:latin typeface="Helvetica Neue"/>
        <a:ea typeface=""/>
        <a:cs typeface=""/>
      </a:minorFont>
    </a:fontScheme>
    <a:fmtScheme name="A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17E242-FF28-9C4C-B8C1-5CC34B662D06}">
  <we:reference id="WA200010001" version="1.0.0.1" store="Omex" storeType="OMEX"/>
  <we:alternateReferences>
    <we:reference id="WA200010001" version="1.0.0.1" store="WA200010001" storeType="OMEX"/>
  </we:alternateReferences>
  <we:properties>
    <we:property name="claude.fileId" value="&quot;2a449dab-9b9a-403c-bf1f-34274e4b9e2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191</TotalTime>
  <Words>11207</Words>
  <Application>Microsoft Macintosh PowerPoint</Application>
  <PresentationFormat>Widescreen</PresentationFormat>
  <Paragraphs>1153</Paragraphs>
  <Slides>52</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Helvetica Neue</vt:lpstr>
      <vt:lpstr>Helvetica Neue Light</vt:lpstr>
      <vt:lpstr>Axis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Yancy Shepherd</cp:lastModifiedBy>
  <cp:revision>1</cp:revision>
  <cp:lastPrinted>2026-08-07T16:03:32Z</cp:lastPrinted>
  <dcterms:created xsi:type="dcterms:W3CDTF">2026-08-06T02:20:58Z</dcterms:created>
  <dcterms:modified xsi:type="dcterms:W3CDTF">2026-08-12T00:57:55Z</dcterms:modified>
</cp:coreProperties>
</file>